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5040000" cy="165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v3 2026-09-22: (b) relative error per class from artifact.csv; origin cell marked; (a) layer x position heatmap, (b) error by token class, (c) row-readout quintiles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v4 2026-09-22: 14 x 4.8, white background, cream-to-red heat, 6 pt minimum, shorter labels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v5 2026-09-22: formal panel titles, token names spelled out, (b) horizontal bars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 2026-09-22: as v5, one-line callout in (a), notes under (b)/(c) removed, (c) x-axis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88000" cy="187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" y="43200"/>
            <a:ext cx="2052000" cy="17856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799" y="86400"/>
            <a:ext cx="19224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(a)  where the error appears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00" y="288000"/>
            <a:ext cx="37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333333"/>
                </a:solidFill>
                <a:latin typeface="Arial"/>
              </a:rPr>
              <a:t>BOS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999" y="259200"/>
            <a:ext cx="47072" cy="131400"/>
          </a:xfrm>
          <a:prstGeom prst="rect">
            <a:avLst/>
          </a:prstGeom>
          <a:solidFill>
            <a:srgbClr val="F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49272" y="259200"/>
            <a:ext cx="47072" cy="131400"/>
          </a:xfrm>
          <a:prstGeom prst="rect">
            <a:avLst/>
          </a:prstGeom>
          <a:solidFill>
            <a:srgbClr val="F9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594545" y="2592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39818" y="2592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85090" y="2592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730363" y="2592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75636" y="2592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820909" y="2592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866181" y="2592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911454" y="2592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956727" y="2592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002000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047272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1092545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137818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183090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1228363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273636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318909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364181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1409454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454727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1499999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1545272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1590545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1635818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1681090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1726363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1771636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1816909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1862181" y="2592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1907454" y="2592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1952727" y="259200"/>
            <a:ext cx="47072" cy="131400"/>
          </a:xfrm>
          <a:prstGeom prst="rect">
            <a:avLst/>
          </a:prstGeom>
          <a:solidFill>
            <a:srgbClr val="F1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600" y="417600"/>
            <a:ext cx="37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333333"/>
                </a:solidFill>
                <a:latin typeface="Arial"/>
              </a:rPr>
              <a:t>BOS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3999" y="388800"/>
            <a:ext cx="47072" cy="131400"/>
          </a:xfrm>
          <a:prstGeom prst="rect">
            <a:avLst/>
          </a:prstGeom>
          <a:solidFill>
            <a:srgbClr val="F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549272" y="388800"/>
            <a:ext cx="47072" cy="131400"/>
          </a:xfrm>
          <a:prstGeom prst="rect">
            <a:avLst/>
          </a:prstGeom>
          <a:solidFill>
            <a:srgbClr val="F9E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594545" y="3888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639818" y="3888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685090" y="3888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730363" y="3888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775636" y="3888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820909" y="3888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866181" y="3888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911454" y="3888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956727" y="3888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1002000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1047272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1092545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1137818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1183090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1228363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1273636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1318909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1364181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1409454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1454727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1499999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1545272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1590545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1635818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1681090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1726363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1771636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1816909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1862181" y="388800"/>
            <a:ext cx="47072" cy="131400"/>
          </a:xfrm>
          <a:prstGeom prst="rect">
            <a:avLst/>
          </a:prstGeom>
          <a:solidFill>
            <a:srgbClr val="F8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1907454" y="388800"/>
            <a:ext cx="47072" cy="131400"/>
          </a:xfrm>
          <a:prstGeom prst="rect">
            <a:avLst/>
          </a:prstGeom>
          <a:solidFill>
            <a:srgbClr val="F8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1952727" y="388800"/>
            <a:ext cx="47072" cy="131400"/>
          </a:xfrm>
          <a:prstGeom prst="rect">
            <a:avLst/>
          </a:prstGeom>
          <a:solidFill>
            <a:srgbClr val="F1D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600" y="547200"/>
            <a:ext cx="37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333333"/>
                </a:solidFill>
                <a:latin typeface="Arial"/>
              </a:rPr>
              <a:t>⟨hdr⟩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3999" y="518400"/>
            <a:ext cx="47072" cy="131400"/>
          </a:xfrm>
          <a:prstGeom prst="rect">
            <a:avLst/>
          </a:prstGeom>
          <a:solidFill>
            <a:srgbClr val="F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549272" y="518400"/>
            <a:ext cx="47072" cy="131400"/>
          </a:xfrm>
          <a:prstGeom prst="rect">
            <a:avLst/>
          </a:prstGeom>
          <a:solidFill>
            <a:srgbClr val="F3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6" name="Rectangle 75"/>
          <p:cNvSpPr/>
          <p:nvPr/>
        </p:nvSpPr>
        <p:spPr>
          <a:xfrm>
            <a:off x="594545" y="518400"/>
            <a:ext cx="47072" cy="131400"/>
          </a:xfrm>
          <a:prstGeom prst="rect">
            <a:avLst/>
          </a:prstGeom>
          <a:solidFill>
            <a:srgbClr val="EECA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639818" y="518400"/>
            <a:ext cx="47072" cy="131400"/>
          </a:xfrm>
          <a:prstGeom prst="rect">
            <a:avLst/>
          </a:prstGeom>
          <a:solidFill>
            <a:srgbClr val="EDC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685090" y="518400"/>
            <a:ext cx="47072" cy="131400"/>
          </a:xfrm>
          <a:prstGeom prst="rect">
            <a:avLst/>
          </a:prstGeom>
          <a:solidFill>
            <a:srgbClr val="ECC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730363" y="518400"/>
            <a:ext cx="47072" cy="131400"/>
          </a:xfrm>
          <a:prstGeom prst="rect">
            <a:avLst/>
          </a:prstGeom>
          <a:solidFill>
            <a:srgbClr val="EC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775636" y="518400"/>
            <a:ext cx="47072" cy="131400"/>
          </a:xfrm>
          <a:prstGeom prst="rect">
            <a:avLst/>
          </a:prstGeom>
          <a:solidFill>
            <a:srgbClr val="EBC2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820909" y="518400"/>
            <a:ext cx="47072" cy="131400"/>
          </a:xfrm>
          <a:prstGeom prst="rect">
            <a:avLst/>
          </a:prstGeom>
          <a:solidFill>
            <a:srgbClr val="EBC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866181" y="518400"/>
            <a:ext cx="47072" cy="131400"/>
          </a:xfrm>
          <a:prstGeom prst="rect">
            <a:avLst/>
          </a:prstGeom>
          <a:solidFill>
            <a:srgbClr val="EBC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911454" y="518400"/>
            <a:ext cx="47072" cy="131400"/>
          </a:xfrm>
          <a:prstGeom prst="rect">
            <a:avLst/>
          </a:prstGeom>
          <a:solidFill>
            <a:srgbClr val="EBC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956727" y="518400"/>
            <a:ext cx="47072" cy="131400"/>
          </a:xfrm>
          <a:prstGeom prst="rect">
            <a:avLst/>
          </a:prstGeom>
          <a:solidFill>
            <a:srgbClr val="EBC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1002000" y="518400"/>
            <a:ext cx="47072" cy="131400"/>
          </a:xfrm>
          <a:prstGeom prst="rect">
            <a:avLst/>
          </a:prstGeom>
          <a:solidFill>
            <a:srgbClr val="EAC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1047272" y="518400"/>
            <a:ext cx="47072" cy="131400"/>
          </a:xfrm>
          <a:prstGeom prst="rect">
            <a:avLst/>
          </a:prstGeom>
          <a:solidFill>
            <a:srgbClr val="EAC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1092545" y="518400"/>
            <a:ext cx="47072" cy="131400"/>
          </a:xfrm>
          <a:prstGeom prst="rect">
            <a:avLst/>
          </a:prstGeom>
          <a:solidFill>
            <a:srgbClr val="EAC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1137818" y="518400"/>
            <a:ext cx="47072" cy="131400"/>
          </a:xfrm>
          <a:prstGeom prst="rect">
            <a:avLst/>
          </a:prstGeom>
          <a:solidFill>
            <a:srgbClr val="EBC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1183090" y="518400"/>
            <a:ext cx="47072" cy="131400"/>
          </a:xfrm>
          <a:prstGeom prst="rect">
            <a:avLst/>
          </a:prstGeom>
          <a:solidFill>
            <a:srgbClr val="EBC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1228363" y="518400"/>
            <a:ext cx="47072" cy="131400"/>
          </a:xfrm>
          <a:prstGeom prst="rect">
            <a:avLst/>
          </a:prstGeom>
          <a:solidFill>
            <a:srgbClr val="EBC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1273636" y="518400"/>
            <a:ext cx="47072" cy="131400"/>
          </a:xfrm>
          <a:prstGeom prst="rect">
            <a:avLst/>
          </a:prstGeom>
          <a:solidFill>
            <a:srgbClr val="EB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1318909" y="518400"/>
            <a:ext cx="47072" cy="131400"/>
          </a:xfrm>
          <a:prstGeom prst="rect">
            <a:avLst/>
          </a:prstGeom>
          <a:solidFill>
            <a:srgbClr val="ECC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1364181" y="518400"/>
            <a:ext cx="47072" cy="131400"/>
          </a:xfrm>
          <a:prstGeom prst="rect">
            <a:avLst/>
          </a:prstGeom>
          <a:solidFill>
            <a:srgbClr val="EDC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4" name="Rectangle 93"/>
          <p:cNvSpPr/>
          <p:nvPr/>
        </p:nvSpPr>
        <p:spPr>
          <a:xfrm>
            <a:off x="1409454" y="518400"/>
            <a:ext cx="47072" cy="131400"/>
          </a:xfrm>
          <a:prstGeom prst="rect">
            <a:avLst/>
          </a:prstGeom>
          <a:solidFill>
            <a:srgbClr val="EDC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1454727" y="518400"/>
            <a:ext cx="47072" cy="131400"/>
          </a:xfrm>
          <a:prstGeom prst="rect">
            <a:avLst/>
          </a:prstGeom>
          <a:solidFill>
            <a:srgbClr val="ECC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1499999" y="518400"/>
            <a:ext cx="47072" cy="131400"/>
          </a:xfrm>
          <a:prstGeom prst="rect">
            <a:avLst/>
          </a:prstGeom>
          <a:solidFill>
            <a:srgbClr val="ECC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1545272" y="518400"/>
            <a:ext cx="47072" cy="131400"/>
          </a:xfrm>
          <a:prstGeom prst="rect">
            <a:avLst/>
          </a:prstGeom>
          <a:solidFill>
            <a:srgbClr val="ECC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1590545" y="518400"/>
            <a:ext cx="47072" cy="131400"/>
          </a:xfrm>
          <a:prstGeom prst="rect">
            <a:avLst/>
          </a:prstGeom>
          <a:solidFill>
            <a:srgbClr val="ECC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9" name="Rectangle 98"/>
          <p:cNvSpPr/>
          <p:nvPr/>
        </p:nvSpPr>
        <p:spPr>
          <a:xfrm>
            <a:off x="1635818" y="518400"/>
            <a:ext cx="47072" cy="131400"/>
          </a:xfrm>
          <a:prstGeom prst="rect">
            <a:avLst/>
          </a:prstGeom>
          <a:solidFill>
            <a:srgbClr val="ECC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1681090" y="518400"/>
            <a:ext cx="47072" cy="131400"/>
          </a:xfrm>
          <a:prstGeom prst="rect">
            <a:avLst/>
          </a:prstGeom>
          <a:solidFill>
            <a:srgbClr val="ECC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1" name="Rectangle 100"/>
          <p:cNvSpPr/>
          <p:nvPr/>
        </p:nvSpPr>
        <p:spPr>
          <a:xfrm>
            <a:off x="1726363" y="518400"/>
            <a:ext cx="47072" cy="131400"/>
          </a:xfrm>
          <a:prstGeom prst="rect">
            <a:avLst/>
          </a:prstGeom>
          <a:solidFill>
            <a:srgbClr val="EBC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2" name="Rectangle 101"/>
          <p:cNvSpPr/>
          <p:nvPr/>
        </p:nvSpPr>
        <p:spPr>
          <a:xfrm>
            <a:off x="1771636" y="518400"/>
            <a:ext cx="47072" cy="131400"/>
          </a:xfrm>
          <a:prstGeom prst="rect">
            <a:avLst/>
          </a:prstGeom>
          <a:solidFill>
            <a:srgbClr val="EBC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1816909" y="518400"/>
            <a:ext cx="47072" cy="131400"/>
          </a:xfrm>
          <a:prstGeom prst="rect">
            <a:avLst/>
          </a:prstGeom>
          <a:solidFill>
            <a:srgbClr val="EBC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4" name="Rectangle 103"/>
          <p:cNvSpPr/>
          <p:nvPr/>
        </p:nvSpPr>
        <p:spPr>
          <a:xfrm>
            <a:off x="1862181" y="518400"/>
            <a:ext cx="47072" cy="131400"/>
          </a:xfrm>
          <a:prstGeom prst="rect">
            <a:avLst/>
          </a:prstGeom>
          <a:solidFill>
            <a:srgbClr val="EAB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1907454" y="518400"/>
            <a:ext cx="47072" cy="131400"/>
          </a:xfrm>
          <a:prstGeom prst="rect">
            <a:avLst/>
          </a:prstGeom>
          <a:solidFill>
            <a:srgbClr val="E7B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6" name="Rectangle 105"/>
          <p:cNvSpPr/>
          <p:nvPr/>
        </p:nvSpPr>
        <p:spPr>
          <a:xfrm>
            <a:off x="1952727" y="518400"/>
            <a:ext cx="47072" cy="131400"/>
          </a:xfrm>
          <a:prstGeom prst="rect">
            <a:avLst/>
          </a:prstGeom>
          <a:solidFill>
            <a:srgbClr val="E5B2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1600" y="676800"/>
            <a:ext cx="37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333333"/>
                </a:solidFill>
                <a:latin typeface="Arial"/>
              </a:rPr>
              <a:t>system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3999" y="648000"/>
            <a:ext cx="47072" cy="131400"/>
          </a:xfrm>
          <a:prstGeom prst="rect">
            <a:avLst/>
          </a:prstGeom>
          <a:solidFill>
            <a:srgbClr val="F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09" name="Rectangle 108"/>
          <p:cNvSpPr/>
          <p:nvPr/>
        </p:nvSpPr>
        <p:spPr>
          <a:xfrm>
            <a:off x="549272" y="648000"/>
            <a:ext cx="47072" cy="131400"/>
          </a:xfrm>
          <a:prstGeom prst="rect">
            <a:avLst/>
          </a:prstGeom>
          <a:solidFill>
            <a:srgbClr val="F1D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0" name="Rectangle 109"/>
          <p:cNvSpPr/>
          <p:nvPr/>
        </p:nvSpPr>
        <p:spPr>
          <a:xfrm>
            <a:off x="594545" y="648000"/>
            <a:ext cx="47072" cy="131400"/>
          </a:xfrm>
          <a:prstGeom prst="rect">
            <a:avLst/>
          </a:prstGeom>
          <a:solidFill>
            <a:srgbClr val="E5B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639818" y="648000"/>
            <a:ext cx="47072" cy="131400"/>
          </a:xfrm>
          <a:prstGeom prst="rect">
            <a:avLst/>
          </a:prstGeom>
          <a:solidFill>
            <a:srgbClr val="E8B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685090" y="648000"/>
            <a:ext cx="47072" cy="131400"/>
          </a:xfrm>
          <a:prstGeom prst="rect">
            <a:avLst/>
          </a:prstGeom>
          <a:solidFill>
            <a:srgbClr val="E8B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3" name="Rectangle 112"/>
          <p:cNvSpPr/>
          <p:nvPr/>
        </p:nvSpPr>
        <p:spPr>
          <a:xfrm>
            <a:off x="730363" y="648000"/>
            <a:ext cx="47072" cy="131400"/>
          </a:xfrm>
          <a:prstGeom prst="rect">
            <a:avLst/>
          </a:prstGeom>
          <a:solidFill>
            <a:srgbClr val="E7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4" name="Rectangle 113"/>
          <p:cNvSpPr/>
          <p:nvPr/>
        </p:nvSpPr>
        <p:spPr>
          <a:xfrm>
            <a:off x="775636" y="648000"/>
            <a:ext cx="47072" cy="131400"/>
          </a:xfrm>
          <a:prstGeom prst="rect">
            <a:avLst/>
          </a:prstGeom>
          <a:solidFill>
            <a:srgbClr val="E8B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5" name="Rectangle 114"/>
          <p:cNvSpPr/>
          <p:nvPr/>
        </p:nvSpPr>
        <p:spPr>
          <a:xfrm>
            <a:off x="820909" y="648000"/>
            <a:ext cx="47072" cy="131400"/>
          </a:xfrm>
          <a:prstGeom prst="rect">
            <a:avLst/>
          </a:prstGeom>
          <a:solidFill>
            <a:srgbClr val="E8B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6" name="Rectangle 115"/>
          <p:cNvSpPr/>
          <p:nvPr/>
        </p:nvSpPr>
        <p:spPr>
          <a:xfrm>
            <a:off x="866181" y="648000"/>
            <a:ext cx="47072" cy="131400"/>
          </a:xfrm>
          <a:prstGeom prst="rect">
            <a:avLst/>
          </a:prstGeom>
          <a:solidFill>
            <a:srgbClr val="E8B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911454" y="648000"/>
            <a:ext cx="47072" cy="131400"/>
          </a:xfrm>
          <a:prstGeom prst="rect">
            <a:avLst/>
          </a:prstGeom>
          <a:solidFill>
            <a:srgbClr val="E8B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8" name="Rectangle 117"/>
          <p:cNvSpPr/>
          <p:nvPr/>
        </p:nvSpPr>
        <p:spPr>
          <a:xfrm>
            <a:off x="956727" y="648000"/>
            <a:ext cx="47072" cy="131400"/>
          </a:xfrm>
          <a:prstGeom prst="rect">
            <a:avLst/>
          </a:prstGeom>
          <a:solidFill>
            <a:srgbClr val="E8B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1002000" y="648000"/>
            <a:ext cx="47072" cy="131400"/>
          </a:xfrm>
          <a:prstGeom prst="rect">
            <a:avLst/>
          </a:prstGeom>
          <a:solidFill>
            <a:srgbClr val="E8B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20" name="Rectangle 119"/>
          <p:cNvSpPr/>
          <p:nvPr/>
        </p:nvSpPr>
        <p:spPr>
          <a:xfrm>
            <a:off x="1047272" y="648000"/>
            <a:ext cx="47072" cy="131400"/>
          </a:xfrm>
          <a:prstGeom prst="rect">
            <a:avLst/>
          </a:prstGeom>
          <a:solidFill>
            <a:srgbClr val="E7B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21" name="Rectangle 120"/>
          <p:cNvSpPr/>
          <p:nvPr/>
        </p:nvSpPr>
        <p:spPr>
          <a:xfrm>
            <a:off x="1092545" y="648000"/>
            <a:ext cx="47072" cy="131400"/>
          </a:xfrm>
          <a:prstGeom prst="rect">
            <a:avLst/>
          </a:prstGeom>
          <a:solidFill>
            <a:srgbClr val="E8BC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22" name="Rectangle 121"/>
          <p:cNvSpPr/>
          <p:nvPr/>
        </p:nvSpPr>
        <p:spPr>
          <a:xfrm>
            <a:off x="1137818" y="648000"/>
            <a:ext cx="47072" cy="131400"/>
          </a:xfrm>
          <a:prstGeom prst="rect">
            <a:avLst/>
          </a:prstGeom>
          <a:solidFill>
            <a:srgbClr val="E9BD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23" name="Rectangle 122"/>
          <p:cNvSpPr/>
          <p:nvPr/>
        </p:nvSpPr>
        <p:spPr>
          <a:xfrm>
            <a:off x="1183090" y="648000"/>
            <a:ext cx="47072" cy="131400"/>
          </a:xfrm>
          <a:prstGeom prst="rect">
            <a:avLst/>
          </a:prstGeom>
          <a:solidFill>
            <a:srgbClr val="E9BD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24" name="Rectangle 123"/>
          <p:cNvSpPr/>
          <p:nvPr/>
        </p:nvSpPr>
        <p:spPr>
          <a:xfrm>
            <a:off x="1228363" y="648000"/>
            <a:ext cx="47072" cy="131400"/>
          </a:xfrm>
          <a:prstGeom prst="rect">
            <a:avLst/>
          </a:prstGeom>
          <a:solidFill>
            <a:srgbClr val="EAB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25" name="Rectangle 124"/>
          <p:cNvSpPr/>
          <p:nvPr/>
        </p:nvSpPr>
        <p:spPr>
          <a:xfrm>
            <a:off x="1273636" y="648000"/>
            <a:ext cx="47072" cy="131400"/>
          </a:xfrm>
          <a:prstGeom prst="rect">
            <a:avLst/>
          </a:prstGeom>
          <a:solidFill>
            <a:srgbClr val="E9B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26" name="Rectangle 125"/>
          <p:cNvSpPr/>
          <p:nvPr/>
        </p:nvSpPr>
        <p:spPr>
          <a:xfrm>
            <a:off x="1318909" y="648000"/>
            <a:ext cx="47072" cy="131400"/>
          </a:xfrm>
          <a:prstGeom prst="rect">
            <a:avLst/>
          </a:prstGeom>
          <a:solidFill>
            <a:srgbClr val="EAB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1364181" y="648000"/>
            <a:ext cx="47072" cy="131400"/>
          </a:xfrm>
          <a:prstGeom prst="rect">
            <a:avLst/>
          </a:prstGeom>
          <a:solidFill>
            <a:srgbClr val="E9BD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28" name="Rectangle 127"/>
          <p:cNvSpPr/>
          <p:nvPr/>
        </p:nvSpPr>
        <p:spPr>
          <a:xfrm>
            <a:off x="1409454" y="648000"/>
            <a:ext cx="47072" cy="131400"/>
          </a:xfrm>
          <a:prstGeom prst="rect">
            <a:avLst/>
          </a:prstGeom>
          <a:solidFill>
            <a:srgbClr val="E9B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29" name="Rectangle 128"/>
          <p:cNvSpPr/>
          <p:nvPr/>
        </p:nvSpPr>
        <p:spPr>
          <a:xfrm>
            <a:off x="1454727" y="648000"/>
            <a:ext cx="47072" cy="131400"/>
          </a:xfrm>
          <a:prstGeom prst="rect">
            <a:avLst/>
          </a:prstGeom>
          <a:solidFill>
            <a:srgbClr val="E8B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0" name="Rectangle 129"/>
          <p:cNvSpPr/>
          <p:nvPr/>
        </p:nvSpPr>
        <p:spPr>
          <a:xfrm>
            <a:off x="1499999" y="648000"/>
            <a:ext cx="47072" cy="131400"/>
          </a:xfrm>
          <a:prstGeom prst="rect">
            <a:avLst/>
          </a:prstGeom>
          <a:solidFill>
            <a:srgbClr val="E7B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272" y="648000"/>
            <a:ext cx="47072" cy="131400"/>
          </a:xfrm>
          <a:prstGeom prst="rect">
            <a:avLst/>
          </a:prstGeom>
          <a:solidFill>
            <a:srgbClr val="E6B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2" name="Rectangle 131"/>
          <p:cNvSpPr/>
          <p:nvPr/>
        </p:nvSpPr>
        <p:spPr>
          <a:xfrm>
            <a:off x="1590545" y="648000"/>
            <a:ext cx="47072" cy="131400"/>
          </a:xfrm>
          <a:prstGeom prst="rect">
            <a:avLst/>
          </a:prstGeom>
          <a:solidFill>
            <a:srgbClr val="E5B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3" name="Rectangle 132"/>
          <p:cNvSpPr/>
          <p:nvPr/>
        </p:nvSpPr>
        <p:spPr>
          <a:xfrm>
            <a:off x="1635818" y="648000"/>
            <a:ext cx="47072" cy="131400"/>
          </a:xfrm>
          <a:prstGeom prst="rect">
            <a:avLst/>
          </a:prstGeom>
          <a:solidFill>
            <a:srgbClr val="E4A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4" name="Rectangle 133"/>
          <p:cNvSpPr/>
          <p:nvPr/>
        </p:nvSpPr>
        <p:spPr>
          <a:xfrm>
            <a:off x="1681090" y="648000"/>
            <a:ext cx="47072" cy="131400"/>
          </a:xfrm>
          <a:prstGeom prst="rect">
            <a:avLst/>
          </a:prstGeom>
          <a:solidFill>
            <a:srgbClr val="E3A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1726363" y="648000"/>
            <a:ext cx="47072" cy="131400"/>
          </a:xfrm>
          <a:prstGeom prst="rect">
            <a:avLst/>
          </a:prstGeom>
          <a:solidFill>
            <a:srgbClr val="E2A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6" name="Rectangle 135"/>
          <p:cNvSpPr/>
          <p:nvPr/>
        </p:nvSpPr>
        <p:spPr>
          <a:xfrm>
            <a:off x="1771636" y="648000"/>
            <a:ext cx="47072" cy="131400"/>
          </a:xfrm>
          <a:prstGeom prst="rect">
            <a:avLst/>
          </a:prstGeom>
          <a:solidFill>
            <a:srgbClr val="E1A8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7" name="Rectangle 136"/>
          <p:cNvSpPr/>
          <p:nvPr/>
        </p:nvSpPr>
        <p:spPr>
          <a:xfrm>
            <a:off x="1816909" y="648000"/>
            <a:ext cx="47072" cy="131400"/>
          </a:xfrm>
          <a:prstGeom prst="rect">
            <a:avLst/>
          </a:prstGeom>
          <a:solidFill>
            <a:srgbClr val="E0A6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8" name="Rectangle 137"/>
          <p:cNvSpPr/>
          <p:nvPr/>
        </p:nvSpPr>
        <p:spPr>
          <a:xfrm>
            <a:off x="1862181" y="648000"/>
            <a:ext cx="47072" cy="131400"/>
          </a:xfrm>
          <a:prstGeom prst="rect">
            <a:avLst/>
          </a:prstGeom>
          <a:solidFill>
            <a:srgbClr val="E0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39" name="Rectangle 138"/>
          <p:cNvSpPr/>
          <p:nvPr/>
        </p:nvSpPr>
        <p:spPr>
          <a:xfrm>
            <a:off x="1907454" y="648000"/>
            <a:ext cx="47072" cy="131400"/>
          </a:xfrm>
          <a:prstGeom prst="rect">
            <a:avLst/>
          </a:prstGeom>
          <a:solidFill>
            <a:srgbClr val="DFA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40" name="Rectangle 139"/>
          <p:cNvSpPr/>
          <p:nvPr/>
        </p:nvSpPr>
        <p:spPr>
          <a:xfrm>
            <a:off x="1952727" y="648000"/>
            <a:ext cx="47072" cy="131400"/>
          </a:xfrm>
          <a:prstGeom prst="rect">
            <a:avLst/>
          </a:prstGeom>
          <a:solidFill>
            <a:srgbClr val="DD9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11600" y="806400"/>
            <a:ext cx="37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333333"/>
                </a:solidFill>
                <a:latin typeface="Arial"/>
              </a:rPr>
              <a:t>⟨/hdr⟩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03999" y="777600"/>
            <a:ext cx="47072" cy="131400"/>
          </a:xfrm>
          <a:prstGeom prst="rect">
            <a:avLst/>
          </a:prstGeom>
          <a:solidFill>
            <a:srgbClr val="F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549272" y="777600"/>
            <a:ext cx="47072" cy="131400"/>
          </a:xfrm>
          <a:prstGeom prst="rect">
            <a:avLst/>
          </a:prstGeom>
          <a:solidFill>
            <a:srgbClr val="EFC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44" name="Rectangle 143"/>
          <p:cNvSpPr/>
          <p:nvPr/>
        </p:nvSpPr>
        <p:spPr>
          <a:xfrm>
            <a:off x="594545" y="777600"/>
            <a:ext cx="47072" cy="131400"/>
          </a:xfrm>
          <a:prstGeom prst="rect">
            <a:avLst/>
          </a:prstGeom>
          <a:solidFill>
            <a:srgbClr val="BA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45" name="Rectangle 144"/>
          <p:cNvSpPr/>
          <p:nvPr/>
        </p:nvSpPr>
        <p:spPr>
          <a:xfrm>
            <a:off x="639818" y="777600"/>
            <a:ext cx="47072" cy="131400"/>
          </a:xfrm>
          <a:prstGeom prst="rect">
            <a:avLst/>
          </a:prstGeom>
          <a:solidFill>
            <a:srgbClr val="C45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46" name="Rectangle 145"/>
          <p:cNvSpPr/>
          <p:nvPr/>
        </p:nvSpPr>
        <p:spPr>
          <a:xfrm>
            <a:off x="685090" y="777600"/>
            <a:ext cx="47072" cy="131400"/>
          </a:xfrm>
          <a:prstGeom prst="rect">
            <a:avLst/>
          </a:prstGeom>
          <a:solidFill>
            <a:srgbClr val="D07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47" name="Rectangle 146"/>
          <p:cNvSpPr/>
          <p:nvPr/>
        </p:nvSpPr>
        <p:spPr>
          <a:xfrm>
            <a:off x="730363" y="777600"/>
            <a:ext cx="47072" cy="131400"/>
          </a:xfrm>
          <a:prstGeom prst="rect">
            <a:avLst/>
          </a:prstGeom>
          <a:solidFill>
            <a:srgbClr val="D78D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48" name="Rectangle 147"/>
          <p:cNvSpPr/>
          <p:nvPr/>
        </p:nvSpPr>
        <p:spPr>
          <a:xfrm>
            <a:off x="775636" y="777600"/>
            <a:ext cx="47072" cy="131400"/>
          </a:xfrm>
          <a:prstGeom prst="rect">
            <a:avLst/>
          </a:prstGeom>
          <a:solidFill>
            <a:srgbClr val="D9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49" name="Rectangle 148"/>
          <p:cNvSpPr/>
          <p:nvPr/>
        </p:nvSpPr>
        <p:spPr>
          <a:xfrm>
            <a:off x="820909" y="777600"/>
            <a:ext cx="47072" cy="131400"/>
          </a:xfrm>
          <a:prstGeom prst="rect">
            <a:avLst/>
          </a:prstGeom>
          <a:solidFill>
            <a:srgbClr val="DC9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50" name="Rectangle 149"/>
          <p:cNvSpPr/>
          <p:nvPr/>
        </p:nvSpPr>
        <p:spPr>
          <a:xfrm>
            <a:off x="866181" y="777600"/>
            <a:ext cx="47072" cy="131400"/>
          </a:xfrm>
          <a:prstGeom prst="rect">
            <a:avLst/>
          </a:prstGeom>
          <a:solidFill>
            <a:srgbClr val="DE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911454" y="777600"/>
            <a:ext cx="47072" cy="131400"/>
          </a:xfrm>
          <a:prstGeom prst="rect">
            <a:avLst/>
          </a:prstGeom>
          <a:solidFill>
            <a:srgbClr val="DFA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52" name="Rectangle 151"/>
          <p:cNvSpPr/>
          <p:nvPr/>
        </p:nvSpPr>
        <p:spPr>
          <a:xfrm>
            <a:off x="956727" y="777600"/>
            <a:ext cx="47072" cy="131400"/>
          </a:xfrm>
          <a:prstGeom prst="rect">
            <a:avLst/>
          </a:prstGeom>
          <a:solidFill>
            <a:srgbClr val="E0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1002000" y="777600"/>
            <a:ext cx="47072" cy="131400"/>
          </a:xfrm>
          <a:prstGeom prst="rect">
            <a:avLst/>
          </a:prstGeom>
          <a:solidFill>
            <a:srgbClr val="E1A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54" name="Rectangle 153"/>
          <p:cNvSpPr/>
          <p:nvPr/>
        </p:nvSpPr>
        <p:spPr>
          <a:xfrm>
            <a:off x="1047272" y="777600"/>
            <a:ext cx="47072" cy="131400"/>
          </a:xfrm>
          <a:prstGeom prst="rect">
            <a:avLst/>
          </a:prstGeom>
          <a:solidFill>
            <a:srgbClr val="E2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1092545" y="777600"/>
            <a:ext cx="47072" cy="131400"/>
          </a:xfrm>
          <a:prstGeom prst="rect">
            <a:avLst/>
          </a:prstGeom>
          <a:solidFill>
            <a:srgbClr val="E3A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56" name="Rectangle 155"/>
          <p:cNvSpPr/>
          <p:nvPr/>
        </p:nvSpPr>
        <p:spPr>
          <a:xfrm>
            <a:off x="1137818" y="777600"/>
            <a:ext cx="47072" cy="131400"/>
          </a:xfrm>
          <a:prstGeom prst="rect">
            <a:avLst/>
          </a:prstGeom>
          <a:solidFill>
            <a:srgbClr val="E4A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57" name="Rectangle 156"/>
          <p:cNvSpPr/>
          <p:nvPr/>
        </p:nvSpPr>
        <p:spPr>
          <a:xfrm>
            <a:off x="1183090" y="777600"/>
            <a:ext cx="47072" cy="131400"/>
          </a:xfrm>
          <a:prstGeom prst="rect">
            <a:avLst/>
          </a:prstGeom>
          <a:solidFill>
            <a:srgbClr val="E4B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58" name="Rectangle 157"/>
          <p:cNvSpPr/>
          <p:nvPr/>
        </p:nvSpPr>
        <p:spPr>
          <a:xfrm>
            <a:off x="1228363" y="777600"/>
            <a:ext cx="47072" cy="131400"/>
          </a:xfrm>
          <a:prstGeom prst="rect">
            <a:avLst/>
          </a:prstGeom>
          <a:solidFill>
            <a:srgbClr val="E5B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59" name="Rectangle 158"/>
          <p:cNvSpPr/>
          <p:nvPr/>
        </p:nvSpPr>
        <p:spPr>
          <a:xfrm>
            <a:off x="1273636" y="777600"/>
            <a:ext cx="47072" cy="131400"/>
          </a:xfrm>
          <a:prstGeom prst="rect">
            <a:avLst/>
          </a:prstGeom>
          <a:solidFill>
            <a:srgbClr val="E6B4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60" name="Rectangle 159"/>
          <p:cNvSpPr/>
          <p:nvPr/>
        </p:nvSpPr>
        <p:spPr>
          <a:xfrm>
            <a:off x="1318909" y="777600"/>
            <a:ext cx="47072" cy="131400"/>
          </a:xfrm>
          <a:prstGeom prst="rect">
            <a:avLst/>
          </a:prstGeom>
          <a:solidFill>
            <a:srgbClr val="E6B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61" name="Rectangle 160"/>
          <p:cNvSpPr/>
          <p:nvPr/>
        </p:nvSpPr>
        <p:spPr>
          <a:xfrm>
            <a:off x="1364181" y="777600"/>
            <a:ext cx="47072" cy="131400"/>
          </a:xfrm>
          <a:prstGeom prst="rect">
            <a:avLst/>
          </a:prstGeom>
          <a:solidFill>
            <a:srgbClr val="E7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62" name="Rectangle 161"/>
          <p:cNvSpPr/>
          <p:nvPr/>
        </p:nvSpPr>
        <p:spPr>
          <a:xfrm>
            <a:off x="1409454" y="777600"/>
            <a:ext cx="47072" cy="131400"/>
          </a:xfrm>
          <a:prstGeom prst="rect">
            <a:avLst/>
          </a:prstGeom>
          <a:solidFill>
            <a:srgbClr val="E7B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63" name="Rectangle 162"/>
          <p:cNvSpPr/>
          <p:nvPr/>
        </p:nvSpPr>
        <p:spPr>
          <a:xfrm>
            <a:off x="1454727" y="777600"/>
            <a:ext cx="47072" cy="131400"/>
          </a:xfrm>
          <a:prstGeom prst="rect">
            <a:avLst/>
          </a:prstGeom>
          <a:solidFill>
            <a:srgbClr val="E7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64" name="Rectangle 163"/>
          <p:cNvSpPr/>
          <p:nvPr/>
        </p:nvSpPr>
        <p:spPr>
          <a:xfrm>
            <a:off x="1499999" y="777600"/>
            <a:ext cx="47072" cy="131400"/>
          </a:xfrm>
          <a:prstGeom prst="rect">
            <a:avLst/>
          </a:prstGeom>
          <a:solidFill>
            <a:srgbClr val="E7B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65" name="Rectangle 164"/>
          <p:cNvSpPr/>
          <p:nvPr/>
        </p:nvSpPr>
        <p:spPr>
          <a:xfrm>
            <a:off x="1545272" y="777600"/>
            <a:ext cx="47072" cy="131400"/>
          </a:xfrm>
          <a:prstGeom prst="rect">
            <a:avLst/>
          </a:prstGeom>
          <a:solidFill>
            <a:srgbClr val="E7B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66" name="Rectangle 165"/>
          <p:cNvSpPr/>
          <p:nvPr/>
        </p:nvSpPr>
        <p:spPr>
          <a:xfrm>
            <a:off x="1590545" y="777600"/>
            <a:ext cx="47072" cy="131400"/>
          </a:xfrm>
          <a:prstGeom prst="rect">
            <a:avLst/>
          </a:prstGeom>
          <a:solidFill>
            <a:srgbClr val="E7B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67" name="Rectangle 166"/>
          <p:cNvSpPr/>
          <p:nvPr/>
        </p:nvSpPr>
        <p:spPr>
          <a:xfrm>
            <a:off x="1635818" y="777600"/>
            <a:ext cx="47072" cy="131400"/>
          </a:xfrm>
          <a:prstGeom prst="rect">
            <a:avLst/>
          </a:prstGeom>
          <a:solidFill>
            <a:srgbClr val="E7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68" name="Rectangle 167"/>
          <p:cNvSpPr/>
          <p:nvPr/>
        </p:nvSpPr>
        <p:spPr>
          <a:xfrm>
            <a:off x="1681090" y="777600"/>
            <a:ext cx="47072" cy="131400"/>
          </a:xfrm>
          <a:prstGeom prst="rect">
            <a:avLst/>
          </a:prstGeom>
          <a:solidFill>
            <a:srgbClr val="E7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69" name="Rectangle 168"/>
          <p:cNvSpPr/>
          <p:nvPr/>
        </p:nvSpPr>
        <p:spPr>
          <a:xfrm>
            <a:off x="1726363" y="777600"/>
            <a:ext cx="47072" cy="131400"/>
          </a:xfrm>
          <a:prstGeom prst="rect">
            <a:avLst/>
          </a:prstGeom>
          <a:solidFill>
            <a:srgbClr val="E7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70" name="Rectangle 169"/>
          <p:cNvSpPr/>
          <p:nvPr/>
        </p:nvSpPr>
        <p:spPr>
          <a:xfrm>
            <a:off x="1771636" y="777600"/>
            <a:ext cx="47072" cy="131400"/>
          </a:xfrm>
          <a:prstGeom prst="rect">
            <a:avLst/>
          </a:prstGeom>
          <a:solidFill>
            <a:srgbClr val="E7B7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71" name="Rectangle 170"/>
          <p:cNvSpPr/>
          <p:nvPr/>
        </p:nvSpPr>
        <p:spPr>
          <a:xfrm>
            <a:off x="1816909" y="777600"/>
            <a:ext cx="47072" cy="131400"/>
          </a:xfrm>
          <a:prstGeom prst="rect">
            <a:avLst/>
          </a:prstGeom>
          <a:solidFill>
            <a:srgbClr val="E6B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72" name="Rectangle 171"/>
          <p:cNvSpPr/>
          <p:nvPr/>
        </p:nvSpPr>
        <p:spPr>
          <a:xfrm>
            <a:off x="1862181" y="777600"/>
            <a:ext cx="47072" cy="131400"/>
          </a:xfrm>
          <a:prstGeom prst="rect">
            <a:avLst/>
          </a:prstGeom>
          <a:solidFill>
            <a:srgbClr val="E5B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73" name="Rectangle 172"/>
          <p:cNvSpPr/>
          <p:nvPr/>
        </p:nvSpPr>
        <p:spPr>
          <a:xfrm>
            <a:off x="1907454" y="777600"/>
            <a:ext cx="47072" cy="131400"/>
          </a:xfrm>
          <a:prstGeom prst="rect">
            <a:avLst/>
          </a:prstGeom>
          <a:solidFill>
            <a:srgbClr val="E3A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74" name="Rectangle 173"/>
          <p:cNvSpPr/>
          <p:nvPr/>
        </p:nvSpPr>
        <p:spPr>
          <a:xfrm>
            <a:off x="1952727" y="777600"/>
            <a:ext cx="47072" cy="131400"/>
          </a:xfrm>
          <a:prstGeom prst="rect">
            <a:avLst/>
          </a:prstGeom>
          <a:solidFill>
            <a:srgbClr val="DD9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11600" y="935999"/>
            <a:ext cx="37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333333"/>
                </a:solidFill>
                <a:latin typeface="Arial"/>
              </a:rPr>
              <a:t>⏎⏎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03999" y="907199"/>
            <a:ext cx="47072" cy="131400"/>
          </a:xfrm>
          <a:prstGeom prst="rect">
            <a:avLst/>
          </a:prstGeom>
          <a:solidFill>
            <a:srgbClr val="F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77" name="Rectangle 176"/>
          <p:cNvSpPr/>
          <p:nvPr/>
        </p:nvSpPr>
        <p:spPr>
          <a:xfrm>
            <a:off x="549272" y="907199"/>
            <a:ext cx="47072" cy="131400"/>
          </a:xfrm>
          <a:prstGeom prst="rect">
            <a:avLst/>
          </a:prstGeom>
          <a:solidFill>
            <a:srgbClr val="EFCD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78" name="Rectangle 177"/>
          <p:cNvSpPr/>
          <p:nvPr/>
        </p:nvSpPr>
        <p:spPr>
          <a:xfrm>
            <a:off x="594545" y="907199"/>
            <a:ext cx="47072" cy="131400"/>
          </a:xfrm>
          <a:prstGeom prst="rect">
            <a:avLst/>
          </a:prstGeom>
          <a:solidFill>
            <a:srgbClr val="DA9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79" name="Rectangle 178"/>
          <p:cNvSpPr/>
          <p:nvPr/>
        </p:nvSpPr>
        <p:spPr>
          <a:xfrm>
            <a:off x="639818" y="907199"/>
            <a:ext cx="47072" cy="131400"/>
          </a:xfrm>
          <a:prstGeom prst="rect">
            <a:avLst/>
          </a:prstGeom>
          <a:solidFill>
            <a:srgbClr val="DC9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80" name="Rectangle 179"/>
          <p:cNvSpPr/>
          <p:nvPr/>
        </p:nvSpPr>
        <p:spPr>
          <a:xfrm>
            <a:off x="685090" y="907199"/>
            <a:ext cx="47072" cy="131400"/>
          </a:xfrm>
          <a:prstGeom prst="rect">
            <a:avLst/>
          </a:prstGeom>
          <a:solidFill>
            <a:srgbClr val="BE4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81" name="Rectangle 180"/>
          <p:cNvSpPr/>
          <p:nvPr/>
        </p:nvSpPr>
        <p:spPr>
          <a:xfrm>
            <a:off x="730363" y="907199"/>
            <a:ext cx="47072" cy="131400"/>
          </a:xfrm>
          <a:prstGeom prst="rect">
            <a:avLst/>
          </a:prstGeom>
          <a:solidFill>
            <a:srgbClr val="BC4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82" name="Rectangle 181"/>
          <p:cNvSpPr/>
          <p:nvPr/>
        </p:nvSpPr>
        <p:spPr>
          <a:xfrm>
            <a:off x="775636" y="907199"/>
            <a:ext cx="47072" cy="131400"/>
          </a:xfrm>
          <a:prstGeom prst="rect">
            <a:avLst/>
          </a:prstGeom>
          <a:solidFill>
            <a:srgbClr val="C4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83" name="Rectangle 182"/>
          <p:cNvSpPr/>
          <p:nvPr/>
        </p:nvSpPr>
        <p:spPr>
          <a:xfrm>
            <a:off x="820909" y="907199"/>
            <a:ext cx="47072" cy="131400"/>
          </a:xfrm>
          <a:prstGeom prst="rect">
            <a:avLst/>
          </a:prstGeom>
          <a:solidFill>
            <a:srgbClr val="CC7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84" name="Rectangle 183"/>
          <p:cNvSpPr/>
          <p:nvPr/>
        </p:nvSpPr>
        <p:spPr>
          <a:xfrm>
            <a:off x="866181" y="907199"/>
            <a:ext cx="47072" cy="131400"/>
          </a:xfrm>
          <a:prstGeom prst="rect">
            <a:avLst/>
          </a:prstGeom>
          <a:solidFill>
            <a:srgbClr val="D17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85" name="Rectangle 184"/>
          <p:cNvSpPr/>
          <p:nvPr/>
        </p:nvSpPr>
        <p:spPr>
          <a:xfrm>
            <a:off x="911454" y="907199"/>
            <a:ext cx="47072" cy="131400"/>
          </a:xfrm>
          <a:prstGeom prst="rect">
            <a:avLst/>
          </a:prstGeom>
          <a:solidFill>
            <a:srgbClr val="D38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86" name="Rectangle 185"/>
          <p:cNvSpPr/>
          <p:nvPr/>
        </p:nvSpPr>
        <p:spPr>
          <a:xfrm>
            <a:off x="956727" y="907199"/>
            <a:ext cx="47072" cy="131400"/>
          </a:xfrm>
          <a:prstGeom prst="rect">
            <a:avLst/>
          </a:prstGeom>
          <a:solidFill>
            <a:srgbClr val="D4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87" name="Rectangle 186"/>
          <p:cNvSpPr/>
          <p:nvPr/>
        </p:nvSpPr>
        <p:spPr>
          <a:xfrm>
            <a:off x="1002000" y="907199"/>
            <a:ext cx="47072" cy="131400"/>
          </a:xfrm>
          <a:prstGeom prst="rect">
            <a:avLst/>
          </a:prstGeom>
          <a:solidFill>
            <a:srgbClr val="D58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88" name="Rectangle 187"/>
          <p:cNvSpPr/>
          <p:nvPr/>
        </p:nvSpPr>
        <p:spPr>
          <a:xfrm>
            <a:off x="1047272" y="907199"/>
            <a:ext cx="47072" cy="131400"/>
          </a:xfrm>
          <a:prstGeom prst="rect">
            <a:avLst/>
          </a:prstGeom>
          <a:solidFill>
            <a:srgbClr val="D6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89" name="Rectangle 188"/>
          <p:cNvSpPr/>
          <p:nvPr/>
        </p:nvSpPr>
        <p:spPr>
          <a:xfrm>
            <a:off x="1092545" y="907199"/>
            <a:ext cx="47072" cy="131400"/>
          </a:xfrm>
          <a:prstGeom prst="rect">
            <a:avLst/>
          </a:prstGeom>
          <a:solidFill>
            <a:srgbClr val="D8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90" name="Rectangle 189"/>
          <p:cNvSpPr/>
          <p:nvPr/>
        </p:nvSpPr>
        <p:spPr>
          <a:xfrm>
            <a:off x="1137818" y="907199"/>
            <a:ext cx="47072" cy="131400"/>
          </a:xfrm>
          <a:prstGeom prst="rect">
            <a:avLst/>
          </a:prstGeom>
          <a:solidFill>
            <a:srgbClr val="D99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91" name="Rectangle 190"/>
          <p:cNvSpPr/>
          <p:nvPr/>
        </p:nvSpPr>
        <p:spPr>
          <a:xfrm>
            <a:off x="1183090" y="907199"/>
            <a:ext cx="47072" cy="131400"/>
          </a:xfrm>
          <a:prstGeom prst="rect">
            <a:avLst/>
          </a:prstGeom>
          <a:solidFill>
            <a:srgbClr val="DA9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92" name="Rectangle 191"/>
          <p:cNvSpPr/>
          <p:nvPr/>
        </p:nvSpPr>
        <p:spPr>
          <a:xfrm>
            <a:off x="1228363" y="907199"/>
            <a:ext cx="47072" cy="131400"/>
          </a:xfrm>
          <a:prstGeom prst="rect">
            <a:avLst/>
          </a:prstGeom>
          <a:solidFill>
            <a:srgbClr val="DC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93" name="Rectangle 192"/>
          <p:cNvSpPr/>
          <p:nvPr/>
        </p:nvSpPr>
        <p:spPr>
          <a:xfrm>
            <a:off x="1273636" y="907199"/>
            <a:ext cx="47072" cy="131400"/>
          </a:xfrm>
          <a:prstGeom prst="rect">
            <a:avLst/>
          </a:prstGeom>
          <a:solidFill>
            <a:srgbClr val="DD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94" name="Rectangle 193"/>
          <p:cNvSpPr/>
          <p:nvPr/>
        </p:nvSpPr>
        <p:spPr>
          <a:xfrm>
            <a:off x="1318909" y="907199"/>
            <a:ext cx="47072" cy="131400"/>
          </a:xfrm>
          <a:prstGeom prst="rect">
            <a:avLst/>
          </a:prstGeom>
          <a:solidFill>
            <a:srgbClr val="DD9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95" name="Rectangle 194"/>
          <p:cNvSpPr/>
          <p:nvPr/>
        </p:nvSpPr>
        <p:spPr>
          <a:xfrm>
            <a:off x="1364181" y="907199"/>
            <a:ext cx="47072" cy="131400"/>
          </a:xfrm>
          <a:prstGeom prst="rect">
            <a:avLst/>
          </a:prstGeom>
          <a:solidFill>
            <a:srgbClr val="DD9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96" name="Rectangle 195"/>
          <p:cNvSpPr/>
          <p:nvPr/>
        </p:nvSpPr>
        <p:spPr>
          <a:xfrm>
            <a:off x="1409454" y="907199"/>
            <a:ext cx="47072" cy="131400"/>
          </a:xfrm>
          <a:prstGeom prst="rect">
            <a:avLst/>
          </a:prstGeom>
          <a:solidFill>
            <a:srgbClr val="D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97" name="Rectangle 196"/>
          <p:cNvSpPr/>
          <p:nvPr/>
        </p:nvSpPr>
        <p:spPr>
          <a:xfrm>
            <a:off x="1454727" y="907199"/>
            <a:ext cx="47072" cy="131400"/>
          </a:xfrm>
          <a:prstGeom prst="rect">
            <a:avLst/>
          </a:prstGeom>
          <a:solidFill>
            <a:srgbClr val="DD9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98" name="Rectangle 197"/>
          <p:cNvSpPr/>
          <p:nvPr/>
        </p:nvSpPr>
        <p:spPr>
          <a:xfrm>
            <a:off x="1499999" y="907199"/>
            <a:ext cx="47072" cy="131400"/>
          </a:xfrm>
          <a:prstGeom prst="rect">
            <a:avLst/>
          </a:prstGeom>
          <a:solidFill>
            <a:srgbClr val="DD9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199" name="Rectangle 198"/>
          <p:cNvSpPr/>
          <p:nvPr/>
        </p:nvSpPr>
        <p:spPr>
          <a:xfrm>
            <a:off x="1545272" y="907199"/>
            <a:ext cx="47072" cy="131400"/>
          </a:xfrm>
          <a:prstGeom prst="rect">
            <a:avLst/>
          </a:prstGeom>
          <a:solidFill>
            <a:srgbClr val="DC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00" name="Rectangle 199"/>
          <p:cNvSpPr/>
          <p:nvPr/>
        </p:nvSpPr>
        <p:spPr>
          <a:xfrm>
            <a:off x="1590545" y="907199"/>
            <a:ext cx="47072" cy="131400"/>
          </a:xfrm>
          <a:prstGeom prst="rect">
            <a:avLst/>
          </a:prstGeom>
          <a:solidFill>
            <a:srgbClr val="DC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01" name="Rectangle 200"/>
          <p:cNvSpPr/>
          <p:nvPr/>
        </p:nvSpPr>
        <p:spPr>
          <a:xfrm>
            <a:off x="1635818" y="907199"/>
            <a:ext cx="47072" cy="131400"/>
          </a:xfrm>
          <a:prstGeom prst="rect">
            <a:avLst/>
          </a:prstGeom>
          <a:solidFill>
            <a:srgbClr val="DC9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02" name="Rectangle 201"/>
          <p:cNvSpPr/>
          <p:nvPr/>
        </p:nvSpPr>
        <p:spPr>
          <a:xfrm>
            <a:off x="1681090" y="907199"/>
            <a:ext cx="47072" cy="131400"/>
          </a:xfrm>
          <a:prstGeom prst="rect">
            <a:avLst/>
          </a:prstGeom>
          <a:solidFill>
            <a:srgbClr val="DC9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03" name="Rectangle 202"/>
          <p:cNvSpPr/>
          <p:nvPr/>
        </p:nvSpPr>
        <p:spPr>
          <a:xfrm>
            <a:off x="1726363" y="907199"/>
            <a:ext cx="47072" cy="131400"/>
          </a:xfrm>
          <a:prstGeom prst="rect">
            <a:avLst/>
          </a:prstGeom>
          <a:solidFill>
            <a:srgbClr val="DC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04" name="Rectangle 203"/>
          <p:cNvSpPr/>
          <p:nvPr/>
        </p:nvSpPr>
        <p:spPr>
          <a:xfrm>
            <a:off x="1771636" y="907199"/>
            <a:ext cx="47072" cy="131400"/>
          </a:xfrm>
          <a:prstGeom prst="rect">
            <a:avLst/>
          </a:prstGeom>
          <a:solidFill>
            <a:srgbClr val="DC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05" name="Rectangle 204"/>
          <p:cNvSpPr/>
          <p:nvPr/>
        </p:nvSpPr>
        <p:spPr>
          <a:xfrm>
            <a:off x="1816909" y="907199"/>
            <a:ext cx="47072" cy="131400"/>
          </a:xfrm>
          <a:prstGeom prst="rect">
            <a:avLst/>
          </a:prstGeom>
          <a:solidFill>
            <a:srgbClr val="DB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06" name="Rectangle 205"/>
          <p:cNvSpPr/>
          <p:nvPr/>
        </p:nvSpPr>
        <p:spPr>
          <a:xfrm>
            <a:off x="1862181" y="907199"/>
            <a:ext cx="47072" cy="131400"/>
          </a:xfrm>
          <a:prstGeom prst="rect">
            <a:avLst/>
          </a:prstGeom>
          <a:solidFill>
            <a:srgbClr val="DB98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07" name="Rectangle 206"/>
          <p:cNvSpPr/>
          <p:nvPr/>
        </p:nvSpPr>
        <p:spPr>
          <a:xfrm>
            <a:off x="1907454" y="907199"/>
            <a:ext cx="47072" cy="131400"/>
          </a:xfrm>
          <a:prstGeom prst="rect">
            <a:avLst/>
          </a:prstGeom>
          <a:solidFill>
            <a:srgbClr val="DA9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08" name="Rectangle 207"/>
          <p:cNvSpPr/>
          <p:nvPr/>
        </p:nvSpPr>
        <p:spPr>
          <a:xfrm>
            <a:off x="1952727" y="907199"/>
            <a:ext cx="47072" cy="131400"/>
          </a:xfrm>
          <a:prstGeom prst="rect">
            <a:avLst/>
          </a:prstGeom>
          <a:solidFill>
            <a:srgbClr val="D5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1600" y="1065600"/>
            <a:ext cx="37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333333"/>
                </a:solidFill>
                <a:latin typeface="Arial"/>
              </a:rPr>
              <a:t>Cutting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03999" y="1036800"/>
            <a:ext cx="47072" cy="131400"/>
          </a:xfrm>
          <a:prstGeom prst="rect">
            <a:avLst/>
          </a:prstGeom>
          <a:solidFill>
            <a:srgbClr val="F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11" name="Rectangle 210"/>
          <p:cNvSpPr/>
          <p:nvPr/>
        </p:nvSpPr>
        <p:spPr>
          <a:xfrm>
            <a:off x="549272" y="1036800"/>
            <a:ext cx="47072" cy="131400"/>
          </a:xfrm>
          <a:prstGeom prst="rect">
            <a:avLst/>
          </a:prstGeom>
          <a:solidFill>
            <a:srgbClr val="F2D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12" name="Rectangle 211"/>
          <p:cNvSpPr/>
          <p:nvPr/>
        </p:nvSpPr>
        <p:spPr>
          <a:xfrm>
            <a:off x="594545" y="1036800"/>
            <a:ext cx="47072" cy="131400"/>
          </a:xfrm>
          <a:prstGeom prst="rect">
            <a:avLst/>
          </a:prstGeom>
          <a:solidFill>
            <a:srgbClr val="EEC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13" name="Rectangle 212"/>
          <p:cNvSpPr/>
          <p:nvPr/>
        </p:nvSpPr>
        <p:spPr>
          <a:xfrm>
            <a:off x="639818" y="1036800"/>
            <a:ext cx="47072" cy="131400"/>
          </a:xfrm>
          <a:prstGeom prst="rect">
            <a:avLst/>
          </a:prstGeom>
          <a:solidFill>
            <a:srgbClr val="DB9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14" name="Rectangle 213"/>
          <p:cNvSpPr/>
          <p:nvPr/>
        </p:nvSpPr>
        <p:spPr>
          <a:xfrm>
            <a:off x="685090" y="1036800"/>
            <a:ext cx="47072" cy="131400"/>
          </a:xfrm>
          <a:prstGeom prst="rect">
            <a:avLst/>
          </a:prstGeom>
          <a:solidFill>
            <a:srgbClr val="B53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15" name="Rectangle 214"/>
          <p:cNvSpPr/>
          <p:nvPr/>
        </p:nvSpPr>
        <p:spPr>
          <a:xfrm>
            <a:off x="730363" y="1036800"/>
            <a:ext cx="47072" cy="131400"/>
          </a:xfrm>
          <a:prstGeom prst="rect">
            <a:avLst/>
          </a:prstGeom>
          <a:solidFill>
            <a:srgbClr val="B53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16" name="Rectangle 215"/>
          <p:cNvSpPr/>
          <p:nvPr/>
        </p:nvSpPr>
        <p:spPr>
          <a:xfrm>
            <a:off x="775636" y="1036800"/>
            <a:ext cx="47072" cy="131400"/>
          </a:xfrm>
          <a:prstGeom prst="rect">
            <a:avLst/>
          </a:prstGeom>
          <a:solidFill>
            <a:srgbClr val="B94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17" name="Rectangle 216"/>
          <p:cNvSpPr/>
          <p:nvPr/>
        </p:nvSpPr>
        <p:spPr>
          <a:xfrm>
            <a:off x="820909" y="1036800"/>
            <a:ext cx="47072" cy="131400"/>
          </a:xfrm>
          <a:prstGeom prst="rect">
            <a:avLst/>
          </a:prstGeom>
          <a:solidFill>
            <a:srgbClr val="C05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18" name="Rectangle 217"/>
          <p:cNvSpPr/>
          <p:nvPr/>
        </p:nvSpPr>
        <p:spPr>
          <a:xfrm>
            <a:off x="866181" y="1036800"/>
            <a:ext cx="47072" cy="131400"/>
          </a:xfrm>
          <a:prstGeom prst="rect">
            <a:avLst/>
          </a:prstGeom>
          <a:solidFill>
            <a:srgbClr val="C66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19" name="Rectangle 218"/>
          <p:cNvSpPr/>
          <p:nvPr/>
        </p:nvSpPr>
        <p:spPr>
          <a:xfrm>
            <a:off x="911454" y="1036800"/>
            <a:ext cx="47072" cy="131400"/>
          </a:xfrm>
          <a:prstGeom prst="rect">
            <a:avLst/>
          </a:prstGeom>
          <a:solidFill>
            <a:srgbClr val="C968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20" name="Rectangle 219"/>
          <p:cNvSpPr/>
          <p:nvPr/>
        </p:nvSpPr>
        <p:spPr>
          <a:xfrm>
            <a:off x="956727" y="1036800"/>
            <a:ext cx="47072" cy="131400"/>
          </a:xfrm>
          <a:prstGeom prst="rect">
            <a:avLst/>
          </a:prstGeom>
          <a:solidFill>
            <a:srgbClr val="CA6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21" name="Rectangle 220"/>
          <p:cNvSpPr/>
          <p:nvPr/>
        </p:nvSpPr>
        <p:spPr>
          <a:xfrm>
            <a:off x="1002000" y="1036800"/>
            <a:ext cx="47072" cy="131400"/>
          </a:xfrm>
          <a:prstGeom prst="rect">
            <a:avLst/>
          </a:prstGeom>
          <a:solidFill>
            <a:srgbClr val="CC7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22" name="Rectangle 221"/>
          <p:cNvSpPr/>
          <p:nvPr/>
        </p:nvSpPr>
        <p:spPr>
          <a:xfrm>
            <a:off x="1047272" y="1036800"/>
            <a:ext cx="47072" cy="131400"/>
          </a:xfrm>
          <a:prstGeom prst="rect">
            <a:avLst/>
          </a:prstGeom>
          <a:solidFill>
            <a:srgbClr val="CE7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23" name="Rectangle 222"/>
          <p:cNvSpPr/>
          <p:nvPr/>
        </p:nvSpPr>
        <p:spPr>
          <a:xfrm>
            <a:off x="1092545" y="1036800"/>
            <a:ext cx="47072" cy="131400"/>
          </a:xfrm>
          <a:prstGeom prst="rect">
            <a:avLst/>
          </a:prstGeom>
          <a:solidFill>
            <a:srgbClr val="D28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24" name="Rectangle 223"/>
          <p:cNvSpPr/>
          <p:nvPr/>
        </p:nvSpPr>
        <p:spPr>
          <a:xfrm>
            <a:off x="1137818" y="1036800"/>
            <a:ext cx="47072" cy="131400"/>
          </a:xfrm>
          <a:prstGeom prst="rect">
            <a:avLst/>
          </a:prstGeom>
          <a:solidFill>
            <a:srgbClr val="D48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25" name="Rectangle 224"/>
          <p:cNvSpPr/>
          <p:nvPr/>
        </p:nvSpPr>
        <p:spPr>
          <a:xfrm>
            <a:off x="1183090" y="1036800"/>
            <a:ext cx="47072" cy="131400"/>
          </a:xfrm>
          <a:prstGeom prst="rect">
            <a:avLst/>
          </a:prstGeom>
          <a:solidFill>
            <a:srgbClr val="D89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26" name="Rectangle 225"/>
          <p:cNvSpPr/>
          <p:nvPr/>
        </p:nvSpPr>
        <p:spPr>
          <a:xfrm>
            <a:off x="1228363" y="1036800"/>
            <a:ext cx="47072" cy="131400"/>
          </a:xfrm>
          <a:prstGeom prst="rect">
            <a:avLst/>
          </a:prstGeom>
          <a:solidFill>
            <a:srgbClr val="DA9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27" name="Rectangle 226"/>
          <p:cNvSpPr/>
          <p:nvPr/>
        </p:nvSpPr>
        <p:spPr>
          <a:xfrm>
            <a:off x="1273636" y="1036800"/>
            <a:ext cx="47072" cy="131400"/>
          </a:xfrm>
          <a:prstGeom prst="rect">
            <a:avLst/>
          </a:prstGeom>
          <a:solidFill>
            <a:srgbClr val="DB98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28" name="Rectangle 227"/>
          <p:cNvSpPr/>
          <p:nvPr/>
        </p:nvSpPr>
        <p:spPr>
          <a:xfrm>
            <a:off x="1318909" y="1036800"/>
            <a:ext cx="47072" cy="131400"/>
          </a:xfrm>
          <a:prstGeom prst="rect">
            <a:avLst/>
          </a:prstGeom>
          <a:solidFill>
            <a:srgbClr val="DC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29" name="Rectangle 228"/>
          <p:cNvSpPr/>
          <p:nvPr/>
        </p:nvSpPr>
        <p:spPr>
          <a:xfrm>
            <a:off x="1364181" y="1036800"/>
            <a:ext cx="47072" cy="131400"/>
          </a:xfrm>
          <a:prstGeom prst="rect">
            <a:avLst/>
          </a:prstGeom>
          <a:solidFill>
            <a:srgbClr val="DD9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30" name="Rectangle 229"/>
          <p:cNvSpPr/>
          <p:nvPr/>
        </p:nvSpPr>
        <p:spPr>
          <a:xfrm>
            <a:off x="1409454" y="1036800"/>
            <a:ext cx="47072" cy="131400"/>
          </a:xfrm>
          <a:prstGeom prst="rect">
            <a:avLst/>
          </a:prstGeom>
          <a:solidFill>
            <a:srgbClr val="D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31" name="Rectangle 230"/>
          <p:cNvSpPr/>
          <p:nvPr/>
        </p:nvSpPr>
        <p:spPr>
          <a:xfrm>
            <a:off x="1454727" y="1036800"/>
            <a:ext cx="47072" cy="131400"/>
          </a:xfrm>
          <a:prstGeom prst="rect">
            <a:avLst/>
          </a:prstGeom>
          <a:solidFill>
            <a:srgbClr val="DEA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32" name="Rectangle 231"/>
          <p:cNvSpPr/>
          <p:nvPr/>
        </p:nvSpPr>
        <p:spPr>
          <a:xfrm>
            <a:off x="1499999" y="1036800"/>
            <a:ext cx="47072" cy="131400"/>
          </a:xfrm>
          <a:prstGeom prst="rect">
            <a:avLst/>
          </a:prstGeom>
          <a:solidFill>
            <a:srgbClr val="D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33" name="Rectangle 232"/>
          <p:cNvSpPr/>
          <p:nvPr/>
        </p:nvSpPr>
        <p:spPr>
          <a:xfrm>
            <a:off x="1545272" y="1036800"/>
            <a:ext cx="47072" cy="131400"/>
          </a:xfrm>
          <a:prstGeom prst="rect">
            <a:avLst/>
          </a:prstGeom>
          <a:solidFill>
            <a:srgbClr val="D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34" name="Rectangle 233"/>
          <p:cNvSpPr/>
          <p:nvPr/>
        </p:nvSpPr>
        <p:spPr>
          <a:xfrm>
            <a:off x="1590545" y="1036800"/>
            <a:ext cx="47072" cy="131400"/>
          </a:xfrm>
          <a:prstGeom prst="rect">
            <a:avLst/>
          </a:prstGeom>
          <a:solidFill>
            <a:srgbClr val="D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35" name="Rectangle 234"/>
          <p:cNvSpPr/>
          <p:nvPr/>
        </p:nvSpPr>
        <p:spPr>
          <a:xfrm>
            <a:off x="1635818" y="1036800"/>
            <a:ext cx="47072" cy="131400"/>
          </a:xfrm>
          <a:prstGeom prst="rect">
            <a:avLst/>
          </a:prstGeom>
          <a:solidFill>
            <a:srgbClr val="D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36" name="Rectangle 235"/>
          <p:cNvSpPr/>
          <p:nvPr/>
        </p:nvSpPr>
        <p:spPr>
          <a:xfrm>
            <a:off x="1681090" y="1036800"/>
            <a:ext cx="47072" cy="131400"/>
          </a:xfrm>
          <a:prstGeom prst="rect">
            <a:avLst/>
          </a:prstGeom>
          <a:solidFill>
            <a:srgbClr val="D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37" name="Rectangle 236"/>
          <p:cNvSpPr/>
          <p:nvPr/>
        </p:nvSpPr>
        <p:spPr>
          <a:xfrm>
            <a:off x="1726363" y="1036800"/>
            <a:ext cx="47072" cy="131400"/>
          </a:xfrm>
          <a:prstGeom prst="rect">
            <a:avLst/>
          </a:prstGeom>
          <a:solidFill>
            <a:srgbClr val="DEA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38" name="Rectangle 237"/>
          <p:cNvSpPr/>
          <p:nvPr/>
        </p:nvSpPr>
        <p:spPr>
          <a:xfrm>
            <a:off x="1771636" y="1036800"/>
            <a:ext cx="47072" cy="131400"/>
          </a:xfrm>
          <a:prstGeom prst="rect">
            <a:avLst/>
          </a:prstGeom>
          <a:solidFill>
            <a:srgbClr val="DEA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39" name="Rectangle 238"/>
          <p:cNvSpPr/>
          <p:nvPr/>
        </p:nvSpPr>
        <p:spPr>
          <a:xfrm>
            <a:off x="1816909" y="1036800"/>
            <a:ext cx="47072" cy="131400"/>
          </a:xfrm>
          <a:prstGeom prst="rect">
            <a:avLst/>
          </a:prstGeom>
          <a:solidFill>
            <a:srgbClr val="DEA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40" name="Rectangle 239"/>
          <p:cNvSpPr/>
          <p:nvPr/>
        </p:nvSpPr>
        <p:spPr>
          <a:xfrm>
            <a:off x="1862181" y="1036800"/>
            <a:ext cx="47072" cy="131400"/>
          </a:xfrm>
          <a:prstGeom prst="rect">
            <a:avLst/>
          </a:prstGeom>
          <a:solidFill>
            <a:srgbClr val="DE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41" name="Rectangle 240"/>
          <p:cNvSpPr/>
          <p:nvPr/>
        </p:nvSpPr>
        <p:spPr>
          <a:xfrm>
            <a:off x="1907454" y="1036800"/>
            <a:ext cx="47072" cy="131400"/>
          </a:xfrm>
          <a:prstGeom prst="rect">
            <a:avLst/>
          </a:prstGeom>
          <a:solidFill>
            <a:srgbClr val="D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42" name="Rectangle 241"/>
          <p:cNvSpPr/>
          <p:nvPr/>
        </p:nvSpPr>
        <p:spPr>
          <a:xfrm>
            <a:off x="1952727" y="1036800"/>
            <a:ext cx="47072" cy="131400"/>
          </a:xfrm>
          <a:prstGeom prst="rect">
            <a:avLst/>
          </a:prstGeom>
          <a:solidFill>
            <a:srgbClr val="D99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11600" y="1195200"/>
            <a:ext cx="37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333333"/>
                </a:solidFill>
                <a:latin typeface="Arial"/>
              </a:rPr>
              <a:t>Knowledge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03999" y="1166400"/>
            <a:ext cx="47072" cy="131400"/>
          </a:xfrm>
          <a:prstGeom prst="rect">
            <a:avLst/>
          </a:prstGeom>
          <a:solidFill>
            <a:srgbClr val="F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45" name="Rectangle 244"/>
          <p:cNvSpPr/>
          <p:nvPr/>
        </p:nvSpPr>
        <p:spPr>
          <a:xfrm>
            <a:off x="549272" y="1166400"/>
            <a:ext cx="47072" cy="131400"/>
          </a:xfrm>
          <a:prstGeom prst="rect">
            <a:avLst/>
          </a:prstGeom>
          <a:solidFill>
            <a:srgbClr val="EFC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46" name="Rectangle 245"/>
          <p:cNvSpPr/>
          <p:nvPr/>
        </p:nvSpPr>
        <p:spPr>
          <a:xfrm>
            <a:off x="594545" y="1166400"/>
            <a:ext cx="47072" cy="131400"/>
          </a:xfrm>
          <a:prstGeom prst="rect">
            <a:avLst/>
          </a:prstGeom>
          <a:solidFill>
            <a:srgbClr val="EBC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47" name="Rectangle 246"/>
          <p:cNvSpPr/>
          <p:nvPr/>
        </p:nvSpPr>
        <p:spPr>
          <a:xfrm>
            <a:off x="639818" y="1166400"/>
            <a:ext cx="47072" cy="131400"/>
          </a:xfrm>
          <a:prstGeom prst="rect">
            <a:avLst/>
          </a:prstGeom>
          <a:solidFill>
            <a:srgbClr val="D78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48" name="Rectangle 247"/>
          <p:cNvSpPr/>
          <p:nvPr/>
        </p:nvSpPr>
        <p:spPr>
          <a:xfrm>
            <a:off x="685090" y="1166400"/>
            <a:ext cx="47072" cy="131400"/>
          </a:xfrm>
          <a:prstGeom prst="rect">
            <a:avLst/>
          </a:prstGeom>
          <a:solidFill>
            <a:srgbClr val="B53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49" name="Rectangle 248"/>
          <p:cNvSpPr/>
          <p:nvPr/>
        </p:nvSpPr>
        <p:spPr>
          <a:xfrm>
            <a:off x="730363" y="1166400"/>
            <a:ext cx="47072" cy="131400"/>
          </a:xfrm>
          <a:prstGeom prst="rect">
            <a:avLst/>
          </a:prstGeom>
          <a:solidFill>
            <a:srgbClr val="B53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50" name="Rectangle 249"/>
          <p:cNvSpPr/>
          <p:nvPr/>
        </p:nvSpPr>
        <p:spPr>
          <a:xfrm>
            <a:off x="775636" y="1166400"/>
            <a:ext cx="47072" cy="131400"/>
          </a:xfrm>
          <a:prstGeom prst="rect">
            <a:avLst/>
          </a:prstGeom>
          <a:solidFill>
            <a:srgbClr val="BC4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51" name="Rectangle 250"/>
          <p:cNvSpPr/>
          <p:nvPr/>
        </p:nvSpPr>
        <p:spPr>
          <a:xfrm>
            <a:off x="820909" y="1166400"/>
            <a:ext cx="47072" cy="131400"/>
          </a:xfrm>
          <a:prstGeom prst="rect">
            <a:avLst/>
          </a:prstGeom>
          <a:solidFill>
            <a:srgbClr val="C3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52" name="Rectangle 251"/>
          <p:cNvSpPr/>
          <p:nvPr/>
        </p:nvSpPr>
        <p:spPr>
          <a:xfrm>
            <a:off x="866181" y="1166400"/>
            <a:ext cx="47072" cy="131400"/>
          </a:xfrm>
          <a:prstGeom prst="rect">
            <a:avLst/>
          </a:prstGeom>
          <a:solidFill>
            <a:srgbClr val="C764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53" name="Rectangle 252"/>
          <p:cNvSpPr/>
          <p:nvPr/>
        </p:nvSpPr>
        <p:spPr>
          <a:xfrm>
            <a:off x="911454" y="1166400"/>
            <a:ext cx="47072" cy="131400"/>
          </a:xfrm>
          <a:prstGeom prst="rect">
            <a:avLst/>
          </a:prstGeom>
          <a:solidFill>
            <a:srgbClr val="CB6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54" name="Rectangle 253"/>
          <p:cNvSpPr/>
          <p:nvPr/>
        </p:nvSpPr>
        <p:spPr>
          <a:xfrm>
            <a:off x="956727" y="1166400"/>
            <a:ext cx="47072" cy="131400"/>
          </a:xfrm>
          <a:prstGeom prst="rect">
            <a:avLst/>
          </a:prstGeom>
          <a:solidFill>
            <a:srgbClr val="CB6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55" name="Rectangle 254"/>
          <p:cNvSpPr/>
          <p:nvPr/>
        </p:nvSpPr>
        <p:spPr>
          <a:xfrm>
            <a:off x="1002000" y="1166400"/>
            <a:ext cx="47072" cy="131400"/>
          </a:xfrm>
          <a:prstGeom prst="rect">
            <a:avLst/>
          </a:prstGeom>
          <a:solidFill>
            <a:srgbClr val="CD73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56" name="Rectangle 255"/>
          <p:cNvSpPr/>
          <p:nvPr/>
        </p:nvSpPr>
        <p:spPr>
          <a:xfrm>
            <a:off x="1047272" y="1166400"/>
            <a:ext cx="47072" cy="131400"/>
          </a:xfrm>
          <a:prstGeom prst="rect">
            <a:avLst/>
          </a:prstGeom>
          <a:solidFill>
            <a:srgbClr val="CF78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57" name="Rectangle 256"/>
          <p:cNvSpPr/>
          <p:nvPr/>
        </p:nvSpPr>
        <p:spPr>
          <a:xfrm>
            <a:off x="1092545" y="1166400"/>
            <a:ext cx="47072" cy="131400"/>
          </a:xfrm>
          <a:prstGeom prst="rect">
            <a:avLst/>
          </a:prstGeom>
          <a:solidFill>
            <a:srgbClr val="D28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58" name="Rectangle 257"/>
          <p:cNvSpPr/>
          <p:nvPr/>
        </p:nvSpPr>
        <p:spPr>
          <a:xfrm>
            <a:off x="1137818" y="1166400"/>
            <a:ext cx="47072" cy="131400"/>
          </a:xfrm>
          <a:prstGeom prst="rect">
            <a:avLst/>
          </a:prstGeom>
          <a:solidFill>
            <a:srgbClr val="D5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59" name="Rectangle 258"/>
          <p:cNvSpPr/>
          <p:nvPr/>
        </p:nvSpPr>
        <p:spPr>
          <a:xfrm>
            <a:off x="1183090" y="1166400"/>
            <a:ext cx="47072" cy="131400"/>
          </a:xfrm>
          <a:prstGeom prst="rect">
            <a:avLst/>
          </a:prstGeom>
          <a:solidFill>
            <a:srgbClr val="D89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60" name="Rectangle 259"/>
          <p:cNvSpPr/>
          <p:nvPr/>
        </p:nvSpPr>
        <p:spPr>
          <a:xfrm>
            <a:off x="1228363" y="1166400"/>
            <a:ext cx="47072" cy="131400"/>
          </a:xfrm>
          <a:prstGeom prst="rect">
            <a:avLst/>
          </a:prstGeom>
          <a:solidFill>
            <a:srgbClr val="D99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61" name="Rectangle 260"/>
          <p:cNvSpPr/>
          <p:nvPr/>
        </p:nvSpPr>
        <p:spPr>
          <a:xfrm>
            <a:off x="1273636" y="1166400"/>
            <a:ext cx="47072" cy="131400"/>
          </a:xfrm>
          <a:prstGeom prst="rect">
            <a:avLst/>
          </a:prstGeom>
          <a:solidFill>
            <a:srgbClr val="DB99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62" name="Rectangle 261"/>
          <p:cNvSpPr/>
          <p:nvPr/>
        </p:nvSpPr>
        <p:spPr>
          <a:xfrm>
            <a:off x="1318909" y="1166400"/>
            <a:ext cx="47072" cy="131400"/>
          </a:xfrm>
          <a:prstGeom prst="rect">
            <a:avLst/>
          </a:prstGeom>
          <a:solidFill>
            <a:srgbClr val="DD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63" name="Rectangle 262"/>
          <p:cNvSpPr/>
          <p:nvPr/>
        </p:nvSpPr>
        <p:spPr>
          <a:xfrm>
            <a:off x="1364181" y="1166400"/>
            <a:ext cx="47072" cy="131400"/>
          </a:xfrm>
          <a:prstGeom prst="rect">
            <a:avLst/>
          </a:prstGeom>
          <a:solidFill>
            <a:srgbClr val="DD9E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64" name="Rectangle 263"/>
          <p:cNvSpPr/>
          <p:nvPr/>
        </p:nvSpPr>
        <p:spPr>
          <a:xfrm>
            <a:off x="1409454" y="1166400"/>
            <a:ext cx="47072" cy="131400"/>
          </a:xfrm>
          <a:prstGeom prst="rect">
            <a:avLst/>
          </a:prstGeom>
          <a:solidFill>
            <a:srgbClr val="DE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65" name="Rectangle 264"/>
          <p:cNvSpPr/>
          <p:nvPr/>
        </p:nvSpPr>
        <p:spPr>
          <a:xfrm>
            <a:off x="1454727" y="1166400"/>
            <a:ext cx="47072" cy="131400"/>
          </a:xfrm>
          <a:prstGeom prst="rect">
            <a:avLst/>
          </a:prstGeom>
          <a:solidFill>
            <a:srgbClr val="DEA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66" name="Rectangle 265"/>
          <p:cNvSpPr/>
          <p:nvPr/>
        </p:nvSpPr>
        <p:spPr>
          <a:xfrm>
            <a:off x="1499999" y="1166400"/>
            <a:ext cx="47072" cy="131400"/>
          </a:xfrm>
          <a:prstGeom prst="rect">
            <a:avLst/>
          </a:prstGeom>
          <a:solidFill>
            <a:srgbClr val="DEA0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67" name="Rectangle 266"/>
          <p:cNvSpPr/>
          <p:nvPr/>
        </p:nvSpPr>
        <p:spPr>
          <a:xfrm>
            <a:off x="1545272" y="1166400"/>
            <a:ext cx="47072" cy="131400"/>
          </a:xfrm>
          <a:prstGeom prst="rect">
            <a:avLst/>
          </a:prstGeom>
          <a:solidFill>
            <a:srgbClr val="DE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68" name="Rectangle 267"/>
          <p:cNvSpPr/>
          <p:nvPr/>
        </p:nvSpPr>
        <p:spPr>
          <a:xfrm>
            <a:off x="1590545" y="1166400"/>
            <a:ext cx="47072" cy="131400"/>
          </a:xfrm>
          <a:prstGeom prst="rect">
            <a:avLst/>
          </a:prstGeom>
          <a:solidFill>
            <a:srgbClr val="DFA2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69" name="Rectangle 268"/>
          <p:cNvSpPr/>
          <p:nvPr/>
        </p:nvSpPr>
        <p:spPr>
          <a:xfrm>
            <a:off x="1635818" y="1166400"/>
            <a:ext cx="47072" cy="131400"/>
          </a:xfrm>
          <a:prstGeom prst="rect">
            <a:avLst/>
          </a:prstGeom>
          <a:solidFill>
            <a:srgbClr val="DFA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70" name="Rectangle 269"/>
          <p:cNvSpPr/>
          <p:nvPr/>
        </p:nvSpPr>
        <p:spPr>
          <a:xfrm>
            <a:off x="1681090" y="1166400"/>
            <a:ext cx="47072" cy="131400"/>
          </a:xfrm>
          <a:prstGeom prst="rect">
            <a:avLst/>
          </a:prstGeom>
          <a:solidFill>
            <a:srgbClr val="DF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71" name="Rectangle 270"/>
          <p:cNvSpPr/>
          <p:nvPr/>
        </p:nvSpPr>
        <p:spPr>
          <a:xfrm>
            <a:off x="1726363" y="1166400"/>
            <a:ext cx="47072" cy="131400"/>
          </a:xfrm>
          <a:prstGeom prst="rect">
            <a:avLst/>
          </a:prstGeom>
          <a:solidFill>
            <a:srgbClr val="E0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72" name="Rectangle 271"/>
          <p:cNvSpPr/>
          <p:nvPr/>
        </p:nvSpPr>
        <p:spPr>
          <a:xfrm>
            <a:off x="1771636" y="1166400"/>
            <a:ext cx="47072" cy="131400"/>
          </a:xfrm>
          <a:prstGeom prst="rect">
            <a:avLst/>
          </a:prstGeom>
          <a:solidFill>
            <a:srgbClr val="E0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73" name="Rectangle 272"/>
          <p:cNvSpPr/>
          <p:nvPr/>
        </p:nvSpPr>
        <p:spPr>
          <a:xfrm>
            <a:off x="1816909" y="1166400"/>
            <a:ext cx="47072" cy="131400"/>
          </a:xfrm>
          <a:prstGeom prst="rect">
            <a:avLst/>
          </a:prstGeom>
          <a:solidFill>
            <a:srgbClr val="E0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74" name="Rectangle 273"/>
          <p:cNvSpPr/>
          <p:nvPr/>
        </p:nvSpPr>
        <p:spPr>
          <a:xfrm>
            <a:off x="1862181" y="1166400"/>
            <a:ext cx="47072" cy="131400"/>
          </a:xfrm>
          <a:prstGeom prst="rect">
            <a:avLst/>
          </a:prstGeom>
          <a:solidFill>
            <a:srgbClr val="E0A6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75" name="Rectangle 274"/>
          <p:cNvSpPr/>
          <p:nvPr/>
        </p:nvSpPr>
        <p:spPr>
          <a:xfrm>
            <a:off x="1907454" y="1166400"/>
            <a:ext cx="47072" cy="131400"/>
          </a:xfrm>
          <a:prstGeom prst="rect">
            <a:avLst/>
          </a:prstGeom>
          <a:solidFill>
            <a:srgbClr val="DF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76" name="Rectangle 275"/>
          <p:cNvSpPr/>
          <p:nvPr/>
        </p:nvSpPr>
        <p:spPr>
          <a:xfrm>
            <a:off x="1952727" y="1166400"/>
            <a:ext cx="47072" cy="131400"/>
          </a:xfrm>
          <a:prstGeom prst="rect">
            <a:avLst/>
          </a:prstGeom>
          <a:solidFill>
            <a:srgbClr val="D994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11600" y="1324800"/>
            <a:ext cx="37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59" b="0" i="0">
                <a:solidFill>
                  <a:srgbClr val="333333"/>
                </a:solidFill>
                <a:latin typeface="Arial"/>
              </a:rPr>
              <a:t>rest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503999" y="1295999"/>
            <a:ext cx="47072" cy="131400"/>
          </a:xfrm>
          <a:prstGeom prst="rect">
            <a:avLst/>
          </a:prstGeom>
          <a:solidFill>
            <a:srgbClr val="F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79" name="Rectangle 278"/>
          <p:cNvSpPr/>
          <p:nvPr/>
        </p:nvSpPr>
        <p:spPr>
          <a:xfrm>
            <a:off x="549272" y="1295999"/>
            <a:ext cx="47072" cy="131400"/>
          </a:xfrm>
          <a:prstGeom prst="rect">
            <a:avLst/>
          </a:prstGeom>
          <a:solidFill>
            <a:srgbClr val="F3D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80" name="Rectangle 279"/>
          <p:cNvSpPr/>
          <p:nvPr/>
        </p:nvSpPr>
        <p:spPr>
          <a:xfrm>
            <a:off x="594545" y="1295999"/>
            <a:ext cx="47072" cy="131400"/>
          </a:xfrm>
          <a:prstGeom prst="rect">
            <a:avLst/>
          </a:prstGeom>
          <a:solidFill>
            <a:srgbClr val="E8B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81" name="Rectangle 280"/>
          <p:cNvSpPr/>
          <p:nvPr/>
        </p:nvSpPr>
        <p:spPr>
          <a:xfrm>
            <a:off x="639818" y="1295999"/>
            <a:ext cx="47072" cy="131400"/>
          </a:xfrm>
          <a:prstGeom prst="rect">
            <a:avLst/>
          </a:prstGeom>
          <a:solidFill>
            <a:srgbClr val="D78D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82" name="Rectangle 281"/>
          <p:cNvSpPr/>
          <p:nvPr/>
        </p:nvSpPr>
        <p:spPr>
          <a:xfrm>
            <a:off x="685090" y="1295999"/>
            <a:ext cx="47072" cy="131400"/>
          </a:xfrm>
          <a:prstGeom prst="rect">
            <a:avLst/>
          </a:prstGeom>
          <a:solidFill>
            <a:srgbClr val="BE4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83" name="Rectangle 282"/>
          <p:cNvSpPr/>
          <p:nvPr/>
        </p:nvSpPr>
        <p:spPr>
          <a:xfrm>
            <a:off x="730363" y="1295999"/>
            <a:ext cx="47072" cy="131400"/>
          </a:xfrm>
          <a:prstGeom prst="rect">
            <a:avLst/>
          </a:prstGeom>
          <a:solidFill>
            <a:srgbClr val="C765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84" name="Rectangle 283"/>
          <p:cNvSpPr/>
          <p:nvPr/>
        </p:nvSpPr>
        <p:spPr>
          <a:xfrm>
            <a:off x="775636" y="1295999"/>
            <a:ext cx="47072" cy="131400"/>
          </a:xfrm>
          <a:prstGeom prst="rect">
            <a:avLst/>
          </a:prstGeom>
          <a:solidFill>
            <a:srgbClr val="CE7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85" name="Rectangle 284"/>
          <p:cNvSpPr/>
          <p:nvPr/>
        </p:nvSpPr>
        <p:spPr>
          <a:xfrm>
            <a:off x="820909" y="1295999"/>
            <a:ext cx="47072" cy="131400"/>
          </a:xfrm>
          <a:prstGeom prst="rect">
            <a:avLst/>
          </a:prstGeom>
          <a:solidFill>
            <a:srgbClr val="D38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86" name="Rectangle 285"/>
          <p:cNvSpPr/>
          <p:nvPr/>
        </p:nvSpPr>
        <p:spPr>
          <a:xfrm>
            <a:off x="866181" y="1295999"/>
            <a:ext cx="47072" cy="131400"/>
          </a:xfrm>
          <a:prstGeom prst="rect">
            <a:avLst/>
          </a:prstGeom>
          <a:solidFill>
            <a:srgbClr val="D68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87" name="Rectangle 286"/>
          <p:cNvSpPr/>
          <p:nvPr/>
        </p:nvSpPr>
        <p:spPr>
          <a:xfrm>
            <a:off x="911454" y="1295999"/>
            <a:ext cx="47072" cy="131400"/>
          </a:xfrm>
          <a:prstGeom prst="rect">
            <a:avLst/>
          </a:prstGeom>
          <a:solidFill>
            <a:srgbClr val="D89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88" name="Rectangle 287"/>
          <p:cNvSpPr/>
          <p:nvPr/>
        </p:nvSpPr>
        <p:spPr>
          <a:xfrm>
            <a:off x="956727" y="1295999"/>
            <a:ext cx="47072" cy="131400"/>
          </a:xfrm>
          <a:prstGeom prst="rect">
            <a:avLst/>
          </a:prstGeom>
          <a:solidFill>
            <a:srgbClr val="D99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89" name="Rectangle 288"/>
          <p:cNvSpPr/>
          <p:nvPr/>
        </p:nvSpPr>
        <p:spPr>
          <a:xfrm>
            <a:off x="1002000" y="1295999"/>
            <a:ext cx="47072" cy="131400"/>
          </a:xfrm>
          <a:prstGeom prst="rect">
            <a:avLst/>
          </a:prstGeom>
          <a:solidFill>
            <a:srgbClr val="DA9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90" name="Rectangle 289"/>
          <p:cNvSpPr/>
          <p:nvPr/>
        </p:nvSpPr>
        <p:spPr>
          <a:xfrm>
            <a:off x="1047272" y="1295999"/>
            <a:ext cx="47072" cy="131400"/>
          </a:xfrm>
          <a:prstGeom prst="rect">
            <a:avLst/>
          </a:prstGeom>
          <a:solidFill>
            <a:srgbClr val="DB9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91" name="Rectangle 290"/>
          <p:cNvSpPr/>
          <p:nvPr/>
        </p:nvSpPr>
        <p:spPr>
          <a:xfrm>
            <a:off x="1092545" y="1295999"/>
            <a:ext cx="47072" cy="131400"/>
          </a:xfrm>
          <a:prstGeom prst="rect">
            <a:avLst/>
          </a:prstGeom>
          <a:solidFill>
            <a:srgbClr val="DC9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92" name="Rectangle 291"/>
          <p:cNvSpPr/>
          <p:nvPr/>
        </p:nvSpPr>
        <p:spPr>
          <a:xfrm>
            <a:off x="1137818" y="1295999"/>
            <a:ext cx="47072" cy="131400"/>
          </a:xfrm>
          <a:prstGeom prst="rect">
            <a:avLst/>
          </a:prstGeom>
          <a:solidFill>
            <a:srgbClr val="DD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93" name="Rectangle 292"/>
          <p:cNvSpPr/>
          <p:nvPr/>
        </p:nvSpPr>
        <p:spPr>
          <a:xfrm>
            <a:off x="1183090" y="1295999"/>
            <a:ext cx="47072" cy="131400"/>
          </a:xfrm>
          <a:prstGeom prst="rect">
            <a:avLst/>
          </a:prstGeom>
          <a:solidFill>
            <a:srgbClr val="DD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94" name="Rectangle 293"/>
          <p:cNvSpPr/>
          <p:nvPr/>
        </p:nvSpPr>
        <p:spPr>
          <a:xfrm>
            <a:off x="1228363" y="1295999"/>
            <a:ext cx="47072" cy="131400"/>
          </a:xfrm>
          <a:prstGeom prst="rect">
            <a:avLst/>
          </a:prstGeom>
          <a:solidFill>
            <a:srgbClr val="DC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95" name="Rectangle 294"/>
          <p:cNvSpPr/>
          <p:nvPr/>
        </p:nvSpPr>
        <p:spPr>
          <a:xfrm>
            <a:off x="1273636" y="1295999"/>
            <a:ext cx="47072" cy="131400"/>
          </a:xfrm>
          <a:prstGeom prst="rect">
            <a:avLst/>
          </a:prstGeom>
          <a:solidFill>
            <a:srgbClr val="DD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96" name="Rectangle 295"/>
          <p:cNvSpPr/>
          <p:nvPr/>
        </p:nvSpPr>
        <p:spPr>
          <a:xfrm>
            <a:off x="1318909" y="1295999"/>
            <a:ext cx="47072" cy="131400"/>
          </a:xfrm>
          <a:prstGeom prst="rect">
            <a:avLst/>
          </a:prstGeom>
          <a:solidFill>
            <a:srgbClr val="DD9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97" name="Rectangle 296"/>
          <p:cNvSpPr/>
          <p:nvPr/>
        </p:nvSpPr>
        <p:spPr>
          <a:xfrm>
            <a:off x="1364181" y="1295999"/>
            <a:ext cx="47072" cy="131400"/>
          </a:xfrm>
          <a:prstGeom prst="rect">
            <a:avLst/>
          </a:prstGeom>
          <a:solidFill>
            <a:srgbClr val="DD9D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98" name="Rectangle 297"/>
          <p:cNvSpPr/>
          <p:nvPr/>
        </p:nvSpPr>
        <p:spPr>
          <a:xfrm>
            <a:off x="1409454" y="1295999"/>
            <a:ext cx="47072" cy="131400"/>
          </a:xfrm>
          <a:prstGeom prst="rect">
            <a:avLst/>
          </a:prstGeom>
          <a:solidFill>
            <a:srgbClr val="DC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99" name="Rectangle 298"/>
          <p:cNvSpPr/>
          <p:nvPr/>
        </p:nvSpPr>
        <p:spPr>
          <a:xfrm>
            <a:off x="1454727" y="1295999"/>
            <a:ext cx="47072" cy="131400"/>
          </a:xfrm>
          <a:prstGeom prst="rect">
            <a:avLst/>
          </a:prstGeom>
          <a:solidFill>
            <a:srgbClr val="DC9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00" name="Rectangle 299"/>
          <p:cNvSpPr/>
          <p:nvPr/>
        </p:nvSpPr>
        <p:spPr>
          <a:xfrm>
            <a:off x="1499999" y="1295999"/>
            <a:ext cx="47072" cy="131400"/>
          </a:xfrm>
          <a:prstGeom prst="rect">
            <a:avLst/>
          </a:prstGeom>
          <a:solidFill>
            <a:srgbClr val="DC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01" name="Rectangle 300"/>
          <p:cNvSpPr/>
          <p:nvPr/>
        </p:nvSpPr>
        <p:spPr>
          <a:xfrm>
            <a:off x="1545272" y="1295999"/>
            <a:ext cx="47072" cy="131400"/>
          </a:xfrm>
          <a:prstGeom prst="rect">
            <a:avLst/>
          </a:prstGeom>
          <a:solidFill>
            <a:srgbClr val="DC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02" name="Rectangle 301"/>
          <p:cNvSpPr/>
          <p:nvPr/>
        </p:nvSpPr>
        <p:spPr>
          <a:xfrm>
            <a:off x="1590545" y="1295999"/>
            <a:ext cx="47072" cy="131400"/>
          </a:xfrm>
          <a:prstGeom prst="rect">
            <a:avLst/>
          </a:prstGeom>
          <a:solidFill>
            <a:srgbClr val="DC9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03" name="Rectangle 302"/>
          <p:cNvSpPr/>
          <p:nvPr/>
        </p:nvSpPr>
        <p:spPr>
          <a:xfrm>
            <a:off x="1635818" y="1295999"/>
            <a:ext cx="47072" cy="131400"/>
          </a:xfrm>
          <a:prstGeom prst="rect">
            <a:avLst/>
          </a:prstGeom>
          <a:solidFill>
            <a:srgbClr val="DC9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04" name="Rectangle 303"/>
          <p:cNvSpPr/>
          <p:nvPr/>
        </p:nvSpPr>
        <p:spPr>
          <a:xfrm>
            <a:off x="1681090" y="1295999"/>
            <a:ext cx="47072" cy="131400"/>
          </a:xfrm>
          <a:prstGeom prst="rect">
            <a:avLst/>
          </a:prstGeom>
          <a:solidFill>
            <a:srgbClr val="DC9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05" name="Rectangle 304"/>
          <p:cNvSpPr/>
          <p:nvPr/>
        </p:nvSpPr>
        <p:spPr>
          <a:xfrm>
            <a:off x="1726363" y="1295999"/>
            <a:ext cx="47072" cy="131400"/>
          </a:xfrm>
          <a:prstGeom prst="rect">
            <a:avLst/>
          </a:prstGeom>
          <a:solidFill>
            <a:srgbClr val="DC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06" name="Rectangle 305"/>
          <p:cNvSpPr/>
          <p:nvPr/>
        </p:nvSpPr>
        <p:spPr>
          <a:xfrm>
            <a:off x="1771636" y="1295999"/>
            <a:ext cx="47072" cy="131400"/>
          </a:xfrm>
          <a:prstGeom prst="rect">
            <a:avLst/>
          </a:prstGeom>
          <a:solidFill>
            <a:srgbClr val="DC9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07" name="Rectangle 306"/>
          <p:cNvSpPr/>
          <p:nvPr/>
        </p:nvSpPr>
        <p:spPr>
          <a:xfrm>
            <a:off x="1816909" y="1295999"/>
            <a:ext cx="47072" cy="131400"/>
          </a:xfrm>
          <a:prstGeom prst="rect">
            <a:avLst/>
          </a:prstGeom>
          <a:solidFill>
            <a:srgbClr val="DC9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08" name="Rectangle 307"/>
          <p:cNvSpPr/>
          <p:nvPr/>
        </p:nvSpPr>
        <p:spPr>
          <a:xfrm>
            <a:off x="1862181" y="1295999"/>
            <a:ext cx="47072" cy="131400"/>
          </a:xfrm>
          <a:prstGeom prst="rect">
            <a:avLst/>
          </a:prstGeom>
          <a:solidFill>
            <a:srgbClr val="DC9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09" name="Rectangle 308"/>
          <p:cNvSpPr/>
          <p:nvPr/>
        </p:nvSpPr>
        <p:spPr>
          <a:xfrm>
            <a:off x="1907454" y="1295999"/>
            <a:ext cx="47072" cy="131400"/>
          </a:xfrm>
          <a:prstGeom prst="rect">
            <a:avLst/>
          </a:prstGeom>
          <a:solidFill>
            <a:srgbClr val="DB99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10" name="Rectangle 309"/>
          <p:cNvSpPr/>
          <p:nvPr/>
        </p:nvSpPr>
        <p:spPr>
          <a:xfrm>
            <a:off x="1952727" y="1295999"/>
            <a:ext cx="47072" cy="131400"/>
          </a:xfrm>
          <a:prstGeom prst="rect">
            <a:avLst/>
          </a:prstGeom>
          <a:solidFill>
            <a:srgbClr val="DA9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11" name="Rectangle 310"/>
          <p:cNvSpPr/>
          <p:nvPr/>
        </p:nvSpPr>
        <p:spPr>
          <a:xfrm>
            <a:off x="594545" y="777600"/>
            <a:ext cx="45272" cy="129600"/>
          </a:xfrm>
          <a:prstGeom prst="rect">
            <a:avLst/>
          </a:prstGeom>
          <a:noFill/>
          <a:ln w="1143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cxnSp>
        <p:nvCxnSpPr>
          <p:cNvPr id="312" name="Connector 311"/>
          <p:cNvCxnSpPr/>
          <p:nvPr/>
        </p:nvCxnSpPr>
        <p:spPr>
          <a:xfrm flipH="1">
            <a:off x="639818" y="421200"/>
            <a:ext cx="271636" cy="421200"/>
          </a:xfrm>
          <a:prstGeom prst="line">
            <a:avLst/>
          </a:prstGeom>
          <a:ln w="63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3" name="TextBox 312"/>
          <p:cNvSpPr txBox="1"/>
          <p:nvPr/>
        </p:nvSpPr>
        <p:spPr>
          <a:xfrm>
            <a:off x="929454" y="331200"/>
            <a:ext cx="1152000" cy="1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 i="0">
                <a:solidFill>
                  <a:srgbClr val="333333"/>
                </a:solidFill>
                <a:latin typeface="Arial"/>
              </a:rPr>
              <a:t>starts here: layer 2, ⟨/hdr⟩ 3.6</a:t>
            </a:r>
          </a:p>
          <a:p>
            <a:pPr algn="l"/>
            <a:r>
              <a:rPr sz="459" b="0" i="0">
                <a:solidFill>
                  <a:srgbClr val="333333"/>
                </a:solidFill>
                <a:latin typeface="Arial"/>
              </a:rPr>
              <a:t>other positions 0.6; spreads from layer 4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95999" y="144000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9" b="0" i="0">
                <a:solidFill>
                  <a:srgbClr val="707070"/>
                </a:solidFill>
                <a:latin typeface="Arial"/>
              </a:rPr>
              <a:t>0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58181" y="144000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9" b="0" i="0">
                <a:solidFill>
                  <a:srgbClr val="707070"/>
                </a:solidFill>
                <a:latin typeface="Arial"/>
              </a:rPr>
              <a:t>8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1120363" y="144000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9" b="0" i="0">
                <a:solidFill>
                  <a:srgbClr val="707070"/>
                </a:solidFill>
                <a:latin typeface="Arial"/>
              </a:rPr>
              <a:t>16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482545" y="144000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9" b="0" i="0">
                <a:solidFill>
                  <a:srgbClr val="707070"/>
                </a:solidFill>
                <a:latin typeface="Arial"/>
              </a:rPr>
              <a:t>24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844727" y="144000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9" b="0" i="0">
                <a:solidFill>
                  <a:srgbClr val="707070"/>
                </a:solidFill>
                <a:latin typeface="Arial"/>
              </a:rPr>
              <a:t>32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503999" y="1519200"/>
            <a:ext cx="1494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" b="0" i="0">
                <a:solidFill>
                  <a:srgbClr val="333333"/>
                </a:solidFill>
                <a:latin typeface="Arial"/>
              </a:rPr>
              <a:t>layer (output of the block)</a:t>
            </a:r>
          </a:p>
        </p:txBody>
      </p:sp>
      <p:sp>
        <p:nvSpPr>
          <p:cNvPr id="320" name="TextBox 319"/>
          <p:cNvSpPr txBox="1"/>
          <p:nvPr/>
        </p:nvSpPr>
        <p:spPr>
          <a:xfrm rot="16200000">
            <a:off x="-493199" y="813599"/>
            <a:ext cx="1166400" cy="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" b="0" i="0">
                <a:solidFill>
                  <a:srgbClr val="333333"/>
                </a:solidFill>
                <a:latin typeface="Arial"/>
              </a:rPr>
              <a:t>prompt position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576000" y="1648800"/>
            <a:ext cx="33300" cy="57600"/>
          </a:xfrm>
          <a:prstGeom prst="rect">
            <a:avLst/>
          </a:prstGeom>
          <a:solidFill>
            <a:srgbClr val="FF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22" name="Rectangle 321"/>
          <p:cNvSpPr/>
          <p:nvPr/>
        </p:nvSpPr>
        <p:spPr>
          <a:xfrm>
            <a:off x="607499" y="1648800"/>
            <a:ext cx="33300" cy="57600"/>
          </a:xfrm>
          <a:prstGeom prst="rect">
            <a:avLst/>
          </a:prstGeom>
          <a:solidFill>
            <a:srgbClr val="F7E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23" name="Rectangle 322"/>
          <p:cNvSpPr/>
          <p:nvPr/>
        </p:nvSpPr>
        <p:spPr>
          <a:xfrm>
            <a:off x="639000" y="1648800"/>
            <a:ext cx="33300" cy="57600"/>
          </a:xfrm>
          <a:prstGeom prst="rect">
            <a:avLst/>
          </a:prstGeom>
          <a:solidFill>
            <a:srgbClr val="F3D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24" name="Rectangle 323"/>
          <p:cNvSpPr/>
          <p:nvPr/>
        </p:nvSpPr>
        <p:spPr>
          <a:xfrm>
            <a:off x="670499" y="1648800"/>
            <a:ext cx="33300" cy="57600"/>
          </a:xfrm>
          <a:prstGeom prst="rect">
            <a:avLst/>
          </a:prstGeom>
          <a:solidFill>
            <a:srgbClr val="EFC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25" name="Rectangle 324"/>
          <p:cNvSpPr/>
          <p:nvPr/>
        </p:nvSpPr>
        <p:spPr>
          <a:xfrm>
            <a:off x="701999" y="1648800"/>
            <a:ext cx="33300" cy="57600"/>
          </a:xfrm>
          <a:prstGeom prst="rect">
            <a:avLst/>
          </a:prstGeom>
          <a:solidFill>
            <a:srgbClr val="ECC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26" name="Rectangle 325"/>
          <p:cNvSpPr/>
          <p:nvPr/>
        </p:nvSpPr>
        <p:spPr>
          <a:xfrm>
            <a:off x="733499" y="1648800"/>
            <a:ext cx="33300" cy="57600"/>
          </a:xfrm>
          <a:prstGeom prst="rect">
            <a:avLst/>
          </a:prstGeom>
          <a:solidFill>
            <a:srgbClr val="E9B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27" name="Rectangle 326"/>
          <p:cNvSpPr/>
          <p:nvPr/>
        </p:nvSpPr>
        <p:spPr>
          <a:xfrm>
            <a:off x="765000" y="1648800"/>
            <a:ext cx="33300" cy="57600"/>
          </a:xfrm>
          <a:prstGeom prst="rect">
            <a:avLst/>
          </a:prstGeom>
          <a:solidFill>
            <a:srgbClr val="E7B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28" name="Rectangle 327"/>
          <p:cNvSpPr/>
          <p:nvPr/>
        </p:nvSpPr>
        <p:spPr>
          <a:xfrm>
            <a:off x="796500" y="1648800"/>
            <a:ext cx="33300" cy="57600"/>
          </a:xfrm>
          <a:prstGeom prst="rect">
            <a:avLst/>
          </a:prstGeom>
          <a:solidFill>
            <a:srgbClr val="E5B1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29" name="Rectangle 328"/>
          <p:cNvSpPr/>
          <p:nvPr/>
        </p:nvSpPr>
        <p:spPr>
          <a:xfrm>
            <a:off x="827999" y="1648800"/>
            <a:ext cx="33300" cy="57600"/>
          </a:xfrm>
          <a:prstGeom prst="rect">
            <a:avLst/>
          </a:prstGeom>
          <a:solidFill>
            <a:srgbClr val="E2AC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30" name="Rectangle 329"/>
          <p:cNvSpPr/>
          <p:nvPr/>
        </p:nvSpPr>
        <p:spPr>
          <a:xfrm>
            <a:off x="859499" y="1648800"/>
            <a:ext cx="33300" cy="57600"/>
          </a:xfrm>
          <a:prstGeom prst="rect">
            <a:avLst/>
          </a:prstGeom>
          <a:solidFill>
            <a:srgbClr val="E0A6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31" name="Rectangle 330"/>
          <p:cNvSpPr/>
          <p:nvPr/>
        </p:nvSpPr>
        <p:spPr>
          <a:xfrm>
            <a:off x="890999" y="1648800"/>
            <a:ext cx="33300" cy="57600"/>
          </a:xfrm>
          <a:prstGeom prst="rect">
            <a:avLst/>
          </a:prstGeom>
          <a:solidFill>
            <a:srgbClr val="DEA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32" name="Rectangle 331"/>
          <p:cNvSpPr/>
          <p:nvPr/>
        </p:nvSpPr>
        <p:spPr>
          <a:xfrm>
            <a:off x="922500" y="1648800"/>
            <a:ext cx="33300" cy="57600"/>
          </a:xfrm>
          <a:prstGeom prst="rect">
            <a:avLst/>
          </a:prstGeom>
          <a:solidFill>
            <a:srgbClr val="DC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33" name="Rectangle 332"/>
          <p:cNvSpPr/>
          <p:nvPr/>
        </p:nvSpPr>
        <p:spPr>
          <a:xfrm>
            <a:off x="954000" y="1648800"/>
            <a:ext cx="33300" cy="57600"/>
          </a:xfrm>
          <a:prstGeom prst="rect">
            <a:avLst/>
          </a:prstGeom>
          <a:solidFill>
            <a:srgbClr val="DB97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34" name="Rectangle 333"/>
          <p:cNvSpPr/>
          <p:nvPr/>
        </p:nvSpPr>
        <p:spPr>
          <a:xfrm>
            <a:off x="985499" y="1648800"/>
            <a:ext cx="33300" cy="57600"/>
          </a:xfrm>
          <a:prstGeom prst="rect">
            <a:avLst/>
          </a:prstGeom>
          <a:solidFill>
            <a:srgbClr val="D99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35" name="Rectangle 334"/>
          <p:cNvSpPr/>
          <p:nvPr/>
        </p:nvSpPr>
        <p:spPr>
          <a:xfrm>
            <a:off x="1017000" y="1648800"/>
            <a:ext cx="33300" cy="57600"/>
          </a:xfrm>
          <a:prstGeom prst="rect">
            <a:avLst/>
          </a:prstGeom>
          <a:solidFill>
            <a:srgbClr val="D78E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36" name="Rectangle 335"/>
          <p:cNvSpPr/>
          <p:nvPr/>
        </p:nvSpPr>
        <p:spPr>
          <a:xfrm>
            <a:off x="1048499" y="1648800"/>
            <a:ext cx="33300" cy="57600"/>
          </a:xfrm>
          <a:prstGeom prst="rect">
            <a:avLst/>
          </a:prstGeom>
          <a:solidFill>
            <a:srgbClr val="D589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37" name="Rectangle 336"/>
          <p:cNvSpPr/>
          <p:nvPr/>
        </p:nvSpPr>
        <p:spPr>
          <a:xfrm>
            <a:off x="1080000" y="1648800"/>
            <a:ext cx="33300" cy="57600"/>
          </a:xfrm>
          <a:prstGeom prst="rect">
            <a:avLst/>
          </a:prstGeom>
          <a:solidFill>
            <a:srgbClr val="D48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38" name="Rectangle 337"/>
          <p:cNvSpPr/>
          <p:nvPr/>
        </p:nvSpPr>
        <p:spPr>
          <a:xfrm>
            <a:off x="1111500" y="1648800"/>
            <a:ext cx="33300" cy="57600"/>
          </a:xfrm>
          <a:prstGeom prst="rect">
            <a:avLst/>
          </a:prstGeom>
          <a:solidFill>
            <a:srgbClr val="D28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39" name="Rectangle 338"/>
          <p:cNvSpPr/>
          <p:nvPr/>
        </p:nvSpPr>
        <p:spPr>
          <a:xfrm>
            <a:off x="1143000" y="1648800"/>
            <a:ext cx="33300" cy="57600"/>
          </a:xfrm>
          <a:prstGeom prst="rect">
            <a:avLst/>
          </a:prstGeom>
          <a:solidFill>
            <a:srgbClr val="D07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40" name="Rectangle 339"/>
          <p:cNvSpPr/>
          <p:nvPr/>
        </p:nvSpPr>
        <p:spPr>
          <a:xfrm>
            <a:off x="1174500" y="1648800"/>
            <a:ext cx="33300" cy="57600"/>
          </a:xfrm>
          <a:prstGeom prst="rect">
            <a:avLst/>
          </a:prstGeom>
          <a:solidFill>
            <a:srgbClr val="CF7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41" name="Rectangle 340"/>
          <p:cNvSpPr/>
          <p:nvPr/>
        </p:nvSpPr>
        <p:spPr>
          <a:xfrm>
            <a:off x="1205999" y="1648800"/>
            <a:ext cx="33300" cy="57600"/>
          </a:xfrm>
          <a:prstGeom prst="rect">
            <a:avLst/>
          </a:prstGeom>
          <a:solidFill>
            <a:srgbClr val="CD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42" name="Rectangle 341"/>
          <p:cNvSpPr/>
          <p:nvPr/>
        </p:nvSpPr>
        <p:spPr>
          <a:xfrm>
            <a:off x="1237500" y="1648800"/>
            <a:ext cx="33300" cy="57600"/>
          </a:xfrm>
          <a:prstGeom prst="rect">
            <a:avLst/>
          </a:prstGeom>
          <a:solidFill>
            <a:srgbClr val="CC7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43" name="Rectangle 342"/>
          <p:cNvSpPr/>
          <p:nvPr/>
        </p:nvSpPr>
        <p:spPr>
          <a:xfrm>
            <a:off x="1269000" y="1648800"/>
            <a:ext cx="33300" cy="57600"/>
          </a:xfrm>
          <a:prstGeom prst="rect">
            <a:avLst/>
          </a:prstGeom>
          <a:solidFill>
            <a:srgbClr val="CB6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44" name="Rectangle 343"/>
          <p:cNvSpPr/>
          <p:nvPr/>
        </p:nvSpPr>
        <p:spPr>
          <a:xfrm>
            <a:off x="1300500" y="1648800"/>
            <a:ext cx="33300" cy="57600"/>
          </a:xfrm>
          <a:prstGeom prst="rect">
            <a:avLst/>
          </a:prstGeom>
          <a:solidFill>
            <a:srgbClr val="C96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45" name="Rectangle 344"/>
          <p:cNvSpPr/>
          <p:nvPr/>
        </p:nvSpPr>
        <p:spPr>
          <a:xfrm>
            <a:off x="1332000" y="1648800"/>
            <a:ext cx="33300" cy="57600"/>
          </a:xfrm>
          <a:prstGeom prst="rect">
            <a:avLst/>
          </a:prstGeom>
          <a:solidFill>
            <a:srgbClr val="C86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46" name="Rectangle 345"/>
          <p:cNvSpPr/>
          <p:nvPr/>
        </p:nvSpPr>
        <p:spPr>
          <a:xfrm>
            <a:off x="1363499" y="1648800"/>
            <a:ext cx="33300" cy="57600"/>
          </a:xfrm>
          <a:prstGeom prst="rect">
            <a:avLst/>
          </a:prstGeom>
          <a:solidFill>
            <a:srgbClr val="C6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47" name="Rectangle 346"/>
          <p:cNvSpPr/>
          <p:nvPr/>
        </p:nvSpPr>
        <p:spPr>
          <a:xfrm>
            <a:off x="1395000" y="1648800"/>
            <a:ext cx="33300" cy="57600"/>
          </a:xfrm>
          <a:prstGeom prst="rect">
            <a:avLst/>
          </a:prstGeom>
          <a:solidFill>
            <a:srgbClr val="C55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48" name="Rectangle 347"/>
          <p:cNvSpPr/>
          <p:nvPr/>
        </p:nvSpPr>
        <p:spPr>
          <a:xfrm>
            <a:off x="1426499" y="1648800"/>
            <a:ext cx="33300" cy="57600"/>
          </a:xfrm>
          <a:prstGeom prst="rect">
            <a:avLst/>
          </a:prstGeom>
          <a:solidFill>
            <a:srgbClr val="C4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49" name="Rectangle 348"/>
          <p:cNvSpPr/>
          <p:nvPr/>
        </p:nvSpPr>
        <p:spPr>
          <a:xfrm>
            <a:off x="1458000" y="1648800"/>
            <a:ext cx="33300" cy="57600"/>
          </a:xfrm>
          <a:prstGeom prst="rect">
            <a:avLst/>
          </a:prstGeom>
          <a:solidFill>
            <a:srgbClr val="C25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50" name="Rectangle 349"/>
          <p:cNvSpPr/>
          <p:nvPr/>
        </p:nvSpPr>
        <p:spPr>
          <a:xfrm>
            <a:off x="1489500" y="1648800"/>
            <a:ext cx="33300" cy="57600"/>
          </a:xfrm>
          <a:prstGeom prst="rect">
            <a:avLst/>
          </a:prstGeom>
          <a:solidFill>
            <a:srgbClr val="C15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51" name="Rectangle 350"/>
          <p:cNvSpPr/>
          <p:nvPr/>
        </p:nvSpPr>
        <p:spPr>
          <a:xfrm>
            <a:off x="1520999" y="1648800"/>
            <a:ext cx="33300" cy="57600"/>
          </a:xfrm>
          <a:prstGeom prst="rect">
            <a:avLst/>
          </a:prstGeom>
          <a:solidFill>
            <a:srgbClr val="C05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52" name="Rectangle 351"/>
          <p:cNvSpPr/>
          <p:nvPr/>
        </p:nvSpPr>
        <p:spPr>
          <a:xfrm>
            <a:off x="1552500" y="1648800"/>
            <a:ext cx="33300" cy="57600"/>
          </a:xfrm>
          <a:prstGeom prst="rect">
            <a:avLst/>
          </a:prstGeom>
          <a:solidFill>
            <a:srgbClr val="BF4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53" name="Rectangle 352"/>
          <p:cNvSpPr/>
          <p:nvPr/>
        </p:nvSpPr>
        <p:spPr>
          <a:xfrm>
            <a:off x="1583999" y="1648800"/>
            <a:ext cx="33300" cy="57600"/>
          </a:xfrm>
          <a:prstGeom prst="rect">
            <a:avLst/>
          </a:prstGeom>
          <a:solidFill>
            <a:srgbClr val="BD4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54" name="Rectangle 353"/>
          <p:cNvSpPr/>
          <p:nvPr/>
        </p:nvSpPr>
        <p:spPr>
          <a:xfrm>
            <a:off x="1615500" y="1648800"/>
            <a:ext cx="33300" cy="57600"/>
          </a:xfrm>
          <a:prstGeom prst="rect">
            <a:avLst/>
          </a:prstGeom>
          <a:solidFill>
            <a:srgbClr val="BC47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55" name="Rectangle 354"/>
          <p:cNvSpPr/>
          <p:nvPr/>
        </p:nvSpPr>
        <p:spPr>
          <a:xfrm>
            <a:off x="1647000" y="1648800"/>
            <a:ext cx="33300" cy="57600"/>
          </a:xfrm>
          <a:prstGeom prst="rect">
            <a:avLst/>
          </a:prstGeom>
          <a:solidFill>
            <a:srgbClr val="BB4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56" name="Rectangle 355"/>
          <p:cNvSpPr/>
          <p:nvPr/>
        </p:nvSpPr>
        <p:spPr>
          <a:xfrm>
            <a:off x="1678499" y="1648800"/>
            <a:ext cx="33300" cy="57600"/>
          </a:xfrm>
          <a:prstGeom prst="rect">
            <a:avLst/>
          </a:prstGeom>
          <a:solidFill>
            <a:srgbClr val="BA4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57" name="Rectangle 356"/>
          <p:cNvSpPr/>
          <p:nvPr/>
        </p:nvSpPr>
        <p:spPr>
          <a:xfrm>
            <a:off x="1710000" y="1648800"/>
            <a:ext cx="33300" cy="57600"/>
          </a:xfrm>
          <a:prstGeom prst="rect">
            <a:avLst/>
          </a:prstGeom>
          <a:solidFill>
            <a:srgbClr val="B83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58" name="Rectangle 357"/>
          <p:cNvSpPr/>
          <p:nvPr/>
        </p:nvSpPr>
        <p:spPr>
          <a:xfrm>
            <a:off x="1741499" y="1648800"/>
            <a:ext cx="33300" cy="57600"/>
          </a:xfrm>
          <a:prstGeom prst="rect">
            <a:avLst/>
          </a:prstGeom>
          <a:solidFill>
            <a:srgbClr val="B73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59" name="Rectangle 358"/>
          <p:cNvSpPr/>
          <p:nvPr/>
        </p:nvSpPr>
        <p:spPr>
          <a:xfrm>
            <a:off x="1773000" y="1648800"/>
            <a:ext cx="33300" cy="57600"/>
          </a:xfrm>
          <a:prstGeom prst="rect">
            <a:avLst/>
          </a:prstGeom>
          <a:solidFill>
            <a:srgbClr val="B63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60" name="Rectangle 359"/>
          <p:cNvSpPr/>
          <p:nvPr/>
        </p:nvSpPr>
        <p:spPr>
          <a:xfrm>
            <a:off x="1804500" y="1648800"/>
            <a:ext cx="33300" cy="57600"/>
          </a:xfrm>
          <a:prstGeom prst="rect">
            <a:avLst/>
          </a:prstGeom>
          <a:solidFill>
            <a:srgbClr val="B53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450000" y="1638000"/>
            <a:ext cx="125999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40" b="0" i="0">
                <a:solidFill>
                  <a:srgbClr val="707070"/>
                </a:solidFill>
                <a:latin typeface="Arial"/>
              </a:rPr>
              <a:t>0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1853999" y="1638000"/>
            <a:ext cx="324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" b="0" i="0">
                <a:solidFill>
                  <a:srgbClr val="707070"/>
                </a:solidFill>
                <a:latin typeface="Arial"/>
              </a:rPr>
              <a:t>≥ 4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576000" y="1717200"/>
            <a:ext cx="1260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707070"/>
                </a:solidFill>
                <a:latin typeface="Arial"/>
              </a:rPr>
              <a:t>relative error against fp16</a:t>
            </a:r>
          </a:p>
        </p:txBody>
      </p:sp>
      <p:sp>
        <p:nvSpPr>
          <p:cNvPr id="364" name="Rounded Rectangle 363"/>
          <p:cNvSpPr/>
          <p:nvPr/>
        </p:nvSpPr>
        <p:spPr>
          <a:xfrm>
            <a:off x="2178000" y="43200"/>
            <a:ext cx="1278000" cy="17856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2242800" y="86400"/>
            <a:ext cx="11484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(b)  who carries it</a:t>
            </a:r>
          </a:p>
        </p:txBody>
      </p:sp>
      <p:cxnSp>
        <p:nvCxnSpPr>
          <p:cNvPr id="366" name="Connector 365"/>
          <p:cNvCxnSpPr/>
          <p:nvPr/>
        </p:nvCxnSpPr>
        <p:spPr>
          <a:xfrm>
            <a:off x="2376000" y="270000"/>
            <a:ext cx="0" cy="100800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2376000" y="1278000"/>
            <a:ext cx="10080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2354400" y="1278000"/>
            <a:ext cx="216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TextBox 368"/>
          <p:cNvSpPr txBox="1"/>
          <p:nvPr/>
        </p:nvSpPr>
        <p:spPr>
          <a:xfrm>
            <a:off x="2196000" y="1242000"/>
            <a:ext cx="16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40" b="0" i="0">
                <a:solidFill>
                  <a:srgbClr val="707070"/>
                </a:solidFill>
                <a:latin typeface="Arial"/>
              </a:rPr>
              <a:t>0</a:t>
            </a:r>
          </a:p>
        </p:txBody>
      </p:sp>
      <p:cxnSp>
        <p:nvCxnSpPr>
          <p:cNvPr id="370" name="Connector 369"/>
          <p:cNvCxnSpPr/>
          <p:nvPr/>
        </p:nvCxnSpPr>
        <p:spPr>
          <a:xfrm>
            <a:off x="2354400" y="1048909"/>
            <a:ext cx="216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TextBox 370"/>
          <p:cNvSpPr txBox="1"/>
          <p:nvPr/>
        </p:nvSpPr>
        <p:spPr>
          <a:xfrm>
            <a:off x="2196000" y="1012909"/>
            <a:ext cx="16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40" b="0" i="0">
                <a:solidFill>
                  <a:srgbClr val="707070"/>
                </a:solidFill>
                <a:latin typeface="Arial"/>
              </a:rPr>
              <a:t>0.25</a:t>
            </a:r>
          </a:p>
        </p:txBody>
      </p:sp>
      <p:cxnSp>
        <p:nvCxnSpPr>
          <p:cNvPr id="372" name="Connector 371"/>
          <p:cNvCxnSpPr/>
          <p:nvPr/>
        </p:nvCxnSpPr>
        <p:spPr>
          <a:xfrm>
            <a:off x="2354400" y="819818"/>
            <a:ext cx="216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TextBox 372"/>
          <p:cNvSpPr txBox="1"/>
          <p:nvPr/>
        </p:nvSpPr>
        <p:spPr>
          <a:xfrm>
            <a:off x="2196000" y="783818"/>
            <a:ext cx="16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40" b="0" i="0">
                <a:solidFill>
                  <a:srgbClr val="707070"/>
                </a:solidFill>
                <a:latin typeface="Arial"/>
              </a:rPr>
              <a:t>0.5</a:t>
            </a:r>
          </a:p>
        </p:txBody>
      </p:sp>
      <p:cxnSp>
        <p:nvCxnSpPr>
          <p:cNvPr id="374" name="Connector 373"/>
          <p:cNvCxnSpPr/>
          <p:nvPr/>
        </p:nvCxnSpPr>
        <p:spPr>
          <a:xfrm>
            <a:off x="2354400" y="590727"/>
            <a:ext cx="216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TextBox 374"/>
          <p:cNvSpPr txBox="1"/>
          <p:nvPr/>
        </p:nvSpPr>
        <p:spPr>
          <a:xfrm>
            <a:off x="2196000" y="554727"/>
            <a:ext cx="16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40" b="0" i="0">
                <a:solidFill>
                  <a:srgbClr val="707070"/>
                </a:solidFill>
                <a:latin typeface="Arial"/>
              </a:rPr>
              <a:t>0.75</a:t>
            </a:r>
          </a:p>
        </p:txBody>
      </p:sp>
      <p:cxnSp>
        <p:nvCxnSpPr>
          <p:cNvPr id="376" name="Connector 375"/>
          <p:cNvCxnSpPr/>
          <p:nvPr/>
        </p:nvCxnSpPr>
        <p:spPr>
          <a:xfrm>
            <a:off x="2354400" y="361636"/>
            <a:ext cx="216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TextBox 376"/>
          <p:cNvSpPr txBox="1"/>
          <p:nvPr/>
        </p:nvSpPr>
        <p:spPr>
          <a:xfrm>
            <a:off x="2196000" y="325636"/>
            <a:ext cx="16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40" b="0" i="0">
                <a:solidFill>
                  <a:srgbClr val="707070"/>
                </a:solidFill>
                <a:latin typeface="Arial"/>
              </a:rPr>
              <a:t>1</a:t>
            </a:r>
          </a:p>
        </p:txBody>
      </p:sp>
      <p:sp>
        <p:nvSpPr>
          <p:cNvPr id="378" name="TextBox 377"/>
          <p:cNvSpPr txBox="1"/>
          <p:nvPr/>
        </p:nvSpPr>
        <p:spPr>
          <a:xfrm rot="16200000">
            <a:off x="1710000" y="745200"/>
            <a:ext cx="1007999" cy="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9" b="0" i="0">
                <a:solidFill>
                  <a:srgbClr val="333333"/>
                </a:solidFill>
                <a:latin typeface="Arial"/>
              </a:rPr>
              <a:t>relative error of the block output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2416320" y="1203499"/>
            <a:ext cx="120960" cy="74500"/>
          </a:xfrm>
          <a:prstGeom prst="rect">
            <a:avLst/>
          </a:prstGeom>
          <a:solidFill>
            <a:srgbClr val="D64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2376000" y="1117099"/>
            <a:ext cx="2016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B5342B"/>
                </a:solidFill>
                <a:latin typeface="Arial"/>
              </a:rPr>
              <a:t>0.08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2376000" y="1295999"/>
            <a:ext cx="2016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B5342B"/>
                </a:solidFill>
                <a:latin typeface="Arial"/>
              </a:rPr>
              <a:t>BOS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2617920" y="389952"/>
            <a:ext cx="120960" cy="888047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2577599" y="303552"/>
            <a:ext cx="2016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A9660C"/>
                </a:solidFill>
                <a:latin typeface="Arial"/>
              </a:rPr>
              <a:t>0.97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2577599" y="1295999"/>
            <a:ext cx="2016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A9660C"/>
                </a:solidFill>
                <a:latin typeface="Arial"/>
              </a:rPr>
              <a:t>format</a:t>
            </a:r>
          </a:p>
        </p:txBody>
      </p:sp>
      <p:sp>
        <p:nvSpPr>
          <p:cNvPr id="385" name="Rectangle 384"/>
          <p:cNvSpPr/>
          <p:nvPr/>
        </p:nvSpPr>
        <p:spPr>
          <a:xfrm>
            <a:off x="2819520" y="552881"/>
            <a:ext cx="120960" cy="725118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2779200" y="466481"/>
            <a:ext cx="2016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A9660C"/>
                </a:solidFill>
                <a:latin typeface="Arial"/>
              </a:rPr>
              <a:t>0.79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2779200" y="1295999"/>
            <a:ext cx="2016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A9660C"/>
                </a:solidFill>
                <a:latin typeface="Arial"/>
              </a:rPr>
              <a:t>newline</a:t>
            </a:r>
          </a:p>
        </p:txBody>
      </p:sp>
      <p:sp>
        <p:nvSpPr>
          <p:cNvPr id="388" name="Rectangle 387"/>
          <p:cNvSpPr/>
          <p:nvPr/>
        </p:nvSpPr>
        <p:spPr>
          <a:xfrm>
            <a:off x="3021120" y="768960"/>
            <a:ext cx="120960" cy="509039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2980800" y="682560"/>
            <a:ext cx="2016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707070"/>
                </a:solidFill>
                <a:latin typeface="Arial"/>
              </a:rPr>
              <a:t>0.56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2980800" y="1295999"/>
            <a:ext cx="2016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707070"/>
                </a:solidFill>
                <a:latin typeface="Arial"/>
              </a:rPr>
              <a:t>user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3222720" y="969460"/>
            <a:ext cx="120960" cy="308539"/>
          </a:xfrm>
          <a:prstGeom prst="rect">
            <a:avLst/>
          </a:prstGeom>
          <a:solidFill>
            <a:srgbClr val="5B8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3182400" y="883060"/>
            <a:ext cx="2016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2E5C8A"/>
                </a:solidFill>
                <a:latin typeface="Arial"/>
              </a:rPr>
              <a:t>0.34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3182400" y="1295999"/>
            <a:ext cx="2016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2E5C8A"/>
                </a:solidFill>
                <a:latin typeface="Arial"/>
              </a:rPr>
              <a:t>reply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2250000" y="1393199"/>
            <a:ext cx="1134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" b="0" i="0">
                <a:solidFill>
                  <a:srgbClr val="707070"/>
                </a:solidFill>
                <a:latin typeface="Arial"/>
              </a:rPr>
              <a:t>after the sink-forming layer, GPTQ against fp16;</a:t>
            </a:r>
          </a:p>
          <a:p>
            <a:pPr algn="l"/>
            <a:r>
              <a:rPr sz="420" b="0" i="0">
                <a:solidFill>
                  <a:srgbClr val="707070"/>
                </a:solidFill>
                <a:latin typeface="Arial"/>
              </a:rPr>
              <a:t>16 prompts with 128-token responses, mean per class</a:t>
            </a:r>
          </a:p>
        </p:txBody>
      </p:sp>
      <p:sp>
        <p:nvSpPr>
          <p:cNvPr id="395" name="Rounded Rectangle 394"/>
          <p:cNvSpPr/>
          <p:nvPr/>
        </p:nvSpPr>
        <p:spPr>
          <a:xfrm>
            <a:off x="3528000" y="43200"/>
            <a:ext cx="1206000" cy="17856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5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3592800" y="86400"/>
            <a:ext cx="10764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333333"/>
                </a:solidFill>
                <a:latin typeface="Arial"/>
              </a:rPr>
              <a:t>(c)  the row reads it out</a:t>
            </a:r>
          </a:p>
        </p:txBody>
      </p:sp>
      <p:cxnSp>
        <p:nvCxnSpPr>
          <p:cNvPr id="397" name="Connector 396"/>
          <p:cNvCxnSpPr/>
          <p:nvPr/>
        </p:nvCxnSpPr>
        <p:spPr>
          <a:xfrm>
            <a:off x="3726000" y="270000"/>
            <a:ext cx="0" cy="100800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3726000" y="1278000"/>
            <a:ext cx="8100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4536000" y="270000"/>
            <a:ext cx="0" cy="1008000"/>
          </a:xfrm>
          <a:prstGeom prst="line">
            <a:avLst/>
          </a:prstGeom>
          <a:ln w="6350">
            <a:solidFill>
              <a:srgbClr val="E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3704400" y="1278000"/>
            <a:ext cx="216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1" name="TextBox 400"/>
          <p:cNvSpPr txBox="1"/>
          <p:nvPr/>
        </p:nvSpPr>
        <p:spPr>
          <a:xfrm>
            <a:off x="3546000" y="1242000"/>
            <a:ext cx="16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40" b="0" i="0">
                <a:solidFill>
                  <a:srgbClr val="707070"/>
                </a:solidFill>
                <a:latin typeface="Arial"/>
              </a:rPr>
              <a:t>0.3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3704400" y="1054376"/>
            <a:ext cx="216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TextBox 402"/>
          <p:cNvSpPr txBox="1"/>
          <p:nvPr/>
        </p:nvSpPr>
        <p:spPr>
          <a:xfrm>
            <a:off x="3546000" y="1018376"/>
            <a:ext cx="16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40" b="0" i="0">
                <a:solidFill>
                  <a:srgbClr val="707070"/>
                </a:solidFill>
                <a:latin typeface="Arial"/>
              </a:rPr>
              <a:t>0.5</a:t>
            </a:r>
          </a:p>
        </p:txBody>
      </p:sp>
      <p:cxnSp>
        <p:nvCxnSpPr>
          <p:cNvPr id="404" name="Connector 403"/>
          <p:cNvCxnSpPr/>
          <p:nvPr/>
        </p:nvCxnSpPr>
        <p:spPr>
          <a:xfrm>
            <a:off x="3704400" y="750938"/>
            <a:ext cx="216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TextBox 404"/>
          <p:cNvSpPr txBox="1"/>
          <p:nvPr/>
        </p:nvSpPr>
        <p:spPr>
          <a:xfrm>
            <a:off x="3546000" y="714938"/>
            <a:ext cx="16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40" b="0" i="0">
                <a:solidFill>
                  <a:srgbClr val="707070"/>
                </a:solidFill>
                <a:latin typeface="Arial"/>
              </a:rPr>
              <a:t>1</a:t>
            </a:r>
          </a:p>
        </p:txBody>
      </p:sp>
      <p:cxnSp>
        <p:nvCxnSpPr>
          <p:cNvPr id="406" name="Connector 405"/>
          <p:cNvCxnSpPr/>
          <p:nvPr/>
        </p:nvCxnSpPr>
        <p:spPr>
          <a:xfrm>
            <a:off x="3704400" y="447499"/>
            <a:ext cx="216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TextBox 406"/>
          <p:cNvSpPr txBox="1"/>
          <p:nvPr/>
        </p:nvSpPr>
        <p:spPr>
          <a:xfrm>
            <a:off x="3546000" y="411499"/>
            <a:ext cx="16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40" b="0" i="0">
                <a:solidFill>
                  <a:srgbClr val="707070"/>
                </a:solidFill>
                <a:latin typeface="Arial"/>
              </a:rPr>
              <a:t>2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3704400" y="270000"/>
            <a:ext cx="21600" cy="0"/>
          </a:xfrm>
          <a:prstGeom prst="line">
            <a:avLst/>
          </a:prstGeom>
          <a:ln w="6350">
            <a:solidFill>
              <a:srgbClr val="A8A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TextBox 408"/>
          <p:cNvSpPr txBox="1"/>
          <p:nvPr/>
        </p:nvSpPr>
        <p:spPr>
          <a:xfrm>
            <a:off x="3546000" y="234000"/>
            <a:ext cx="16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440" b="0" i="0">
                <a:solidFill>
                  <a:srgbClr val="707070"/>
                </a:solidFill>
                <a:latin typeface="Arial"/>
              </a:rPr>
              <a:t>3</a:t>
            </a:r>
          </a:p>
        </p:txBody>
      </p:sp>
      <p:cxnSp>
        <p:nvCxnSpPr>
          <p:cNvPr id="410" name="Connector 409"/>
          <p:cNvCxnSpPr/>
          <p:nvPr/>
        </p:nvCxnSpPr>
        <p:spPr>
          <a:xfrm>
            <a:off x="4536000" y="1278000"/>
            <a:ext cx="21600" cy="0"/>
          </a:xfrm>
          <a:prstGeom prst="line">
            <a:avLst/>
          </a:prstGeom>
          <a:ln w="6350">
            <a:solidFill>
              <a:srgbClr val="E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" name="TextBox 410"/>
          <p:cNvSpPr txBox="1"/>
          <p:nvPr/>
        </p:nvSpPr>
        <p:spPr>
          <a:xfrm>
            <a:off x="4564800" y="1242000"/>
            <a:ext cx="16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" b="0" i="0">
                <a:solidFill>
                  <a:srgbClr val="A9660C"/>
                </a:solidFill>
                <a:latin typeface="Arial"/>
              </a:rPr>
              <a:t>0.0</a:t>
            </a:r>
          </a:p>
        </p:txBody>
      </p:sp>
      <p:cxnSp>
        <p:nvCxnSpPr>
          <p:cNvPr id="412" name="Connector 411"/>
          <p:cNvCxnSpPr/>
          <p:nvPr/>
        </p:nvCxnSpPr>
        <p:spPr>
          <a:xfrm>
            <a:off x="4536000" y="941999"/>
            <a:ext cx="21600" cy="0"/>
          </a:xfrm>
          <a:prstGeom prst="line">
            <a:avLst/>
          </a:prstGeom>
          <a:ln w="6350">
            <a:solidFill>
              <a:srgbClr val="E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TextBox 412"/>
          <p:cNvSpPr txBox="1"/>
          <p:nvPr/>
        </p:nvSpPr>
        <p:spPr>
          <a:xfrm>
            <a:off x="4564800" y="905999"/>
            <a:ext cx="16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" b="0" i="0">
                <a:solidFill>
                  <a:srgbClr val="A9660C"/>
                </a:solidFill>
                <a:latin typeface="Arial"/>
              </a:rPr>
              <a:t>0.2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4536000" y="605999"/>
            <a:ext cx="21600" cy="0"/>
          </a:xfrm>
          <a:prstGeom prst="line">
            <a:avLst/>
          </a:prstGeom>
          <a:ln w="6350">
            <a:solidFill>
              <a:srgbClr val="E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TextBox 414"/>
          <p:cNvSpPr txBox="1"/>
          <p:nvPr/>
        </p:nvSpPr>
        <p:spPr>
          <a:xfrm>
            <a:off x="4564800" y="569999"/>
            <a:ext cx="16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" b="0" i="0">
                <a:solidFill>
                  <a:srgbClr val="A9660C"/>
                </a:solidFill>
                <a:latin typeface="Arial"/>
              </a:rPr>
              <a:t>0.4</a:t>
            </a:r>
          </a:p>
        </p:txBody>
      </p:sp>
      <p:cxnSp>
        <p:nvCxnSpPr>
          <p:cNvPr id="416" name="Connector 415"/>
          <p:cNvCxnSpPr/>
          <p:nvPr/>
        </p:nvCxnSpPr>
        <p:spPr>
          <a:xfrm>
            <a:off x="4536000" y="270000"/>
            <a:ext cx="21600" cy="0"/>
          </a:xfrm>
          <a:prstGeom prst="line">
            <a:avLst/>
          </a:prstGeom>
          <a:ln w="6350">
            <a:solidFill>
              <a:srgbClr val="E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TextBox 416"/>
          <p:cNvSpPr txBox="1"/>
          <p:nvPr/>
        </p:nvSpPr>
        <p:spPr>
          <a:xfrm>
            <a:off x="4564800" y="234000"/>
            <a:ext cx="162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" b="0" i="0">
                <a:solidFill>
                  <a:srgbClr val="A9660C"/>
                </a:solidFill>
                <a:latin typeface="Arial"/>
              </a:rPr>
              <a:t>0.6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3758400" y="1101766"/>
            <a:ext cx="97199" cy="176233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3726000" y="1295999"/>
            <a:ext cx="161999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707070"/>
                </a:solidFill>
                <a:latin typeface="Arial"/>
              </a:rPr>
              <a:t>Q1</a:t>
            </a:r>
          </a:p>
        </p:txBody>
      </p:sp>
      <p:sp>
        <p:nvSpPr>
          <p:cNvPr id="420" name="Rectangle 419"/>
          <p:cNvSpPr/>
          <p:nvPr/>
        </p:nvSpPr>
        <p:spPr>
          <a:xfrm>
            <a:off x="3920400" y="1116651"/>
            <a:ext cx="97199" cy="161348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3888000" y="1295999"/>
            <a:ext cx="161999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707070"/>
                </a:solidFill>
                <a:latin typeface="Arial"/>
              </a:rPr>
              <a:t>Q2</a:t>
            </a:r>
          </a:p>
        </p:txBody>
      </p:sp>
      <p:sp>
        <p:nvSpPr>
          <p:cNvPr id="422" name="Rectangle 421"/>
          <p:cNvSpPr/>
          <p:nvPr/>
        </p:nvSpPr>
        <p:spPr>
          <a:xfrm>
            <a:off x="4082400" y="1085769"/>
            <a:ext cx="97199" cy="19223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4050000" y="1295999"/>
            <a:ext cx="161999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707070"/>
                </a:solidFill>
                <a:latin typeface="Arial"/>
              </a:rPr>
              <a:t>Q3</a:t>
            </a:r>
          </a:p>
        </p:txBody>
      </p:sp>
      <p:sp>
        <p:nvSpPr>
          <p:cNvPr id="424" name="Rectangle 423"/>
          <p:cNvSpPr/>
          <p:nvPr/>
        </p:nvSpPr>
        <p:spPr>
          <a:xfrm>
            <a:off x="4244400" y="973687"/>
            <a:ext cx="97199" cy="304312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4212000" y="1295999"/>
            <a:ext cx="161999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707070"/>
                </a:solidFill>
                <a:latin typeface="Arial"/>
              </a:rPr>
              <a:t>Q4</a:t>
            </a:r>
          </a:p>
        </p:txBody>
      </p:sp>
      <p:sp>
        <p:nvSpPr>
          <p:cNvPr id="426" name="Rectangle 425"/>
          <p:cNvSpPr/>
          <p:nvPr/>
        </p:nvSpPr>
        <p:spPr>
          <a:xfrm>
            <a:off x="4406400" y="396093"/>
            <a:ext cx="97199" cy="881906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4374000" y="1295999"/>
            <a:ext cx="161999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0" i="0">
                <a:solidFill>
                  <a:srgbClr val="707070"/>
                </a:solidFill>
                <a:latin typeface="Arial"/>
              </a:rPr>
              <a:t>Q5</a:t>
            </a:r>
          </a:p>
        </p:txBody>
      </p:sp>
      <p:sp>
        <p:nvSpPr>
          <p:cNvPr id="428" name="Oval 427"/>
          <p:cNvSpPr/>
          <p:nvPr/>
        </p:nvSpPr>
        <p:spPr>
          <a:xfrm>
            <a:off x="3774600" y="1228800"/>
            <a:ext cx="64800" cy="64800"/>
          </a:xfrm>
          <a:prstGeom prst="ellipse">
            <a:avLst/>
          </a:prstGeom>
          <a:solidFill>
            <a:srgbClr val="E08A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cxnSp>
        <p:nvCxnSpPr>
          <p:cNvPr id="429" name="Connector 428"/>
          <p:cNvCxnSpPr/>
          <p:nvPr/>
        </p:nvCxnSpPr>
        <p:spPr>
          <a:xfrm flipV="1">
            <a:off x="3807000" y="1244400"/>
            <a:ext cx="162000" cy="16799"/>
          </a:xfrm>
          <a:prstGeom prst="line">
            <a:avLst/>
          </a:prstGeom>
          <a:ln w="12700">
            <a:solidFill>
              <a:srgbClr val="E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Oval 429"/>
          <p:cNvSpPr/>
          <p:nvPr/>
        </p:nvSpPr>
        <p:spPr>
          <a:xfrm>
            <a:off x="3936600" y="1212000"/>
            <a:ext cx="64800" cy="64800"/>
          </a:xfrm>
          <a:prstGeom prst="ellipse">
            <a:avLst/>
          </a:prstGeom>
          <a:solidFill>
            <a:srgbClr val="E08A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cxnSp>
        <p:nvCxnSpPr>
          <p:cNvPr id="431" name="Connector 430"/>
          <p:cNvCxnSpPr/>
          <p:nvPr/>
        </p:nvCxnSpPr>
        <p:spPr>
          <a:xfrm flipV="1">
            <a:off x="3969000" y="1126800"/>
            <a:ext cx="162000" cy="117600"/>
          </a:xfrm>
          <a:prstGeom prst="line">
            <a:avLst/>
          </a:prstGeom>
          <a:ln w="12700">
            <a:solidFill>
              <a:srgbClr val="E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2" name="Oval 431"/>
          <p:cNvSpPr/>
          <p:nvPr/>
        </p:nvSpPr>
        <p:spPr>
          <a:xfrm>
            <a:off x="4098600" y="1094400"/>
            <a:ext cx="64800" cy="64800"/>
          </a:xfrm>
          <a:prstGeom prst="ellipse">
            <a:avLst/>
          </a:prstGeom>
          <a:solidFill>
            <a:srgbClr val="E08A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cxnSp>
        <p:nvCxnSpPr>
          <p:cNvPr id="433" name="Connector 432"/>
          <p:cNvCxnSpPr/>
          <p:nvPr/>
        </p:nvCxnSpPr>
        <p:spPr>
          <a:xfrm flipV="1">
            <a:off x="4131000" y="706799"/>
            <a:ext cx="162000" cy="420001"/>
          </a:xfrm>
          <a:prstGeom prst="line">
            <a:avLst/>
          </a:prstGeom>
          <a:ln w="12700">
            <a:solidFill>
              <a:srgbClr val="E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4" name="Oval 433"/>
          <p:cNvSpPr/>
          <p:nvPr/>
        </p:nvSpPr>
        <p:spPr>
          <a:xfrm>
            <a:off x="4260600" y="674399"/>
            <a:ext cx="64800" cy="64800"/>
          </a:xfrm>
          <a:prstGeom prst="ellipse">
            <a:avLst/>
          </a:prstGeom>
          <a:solidFill>
            <a:srgbClr val="E08A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cxnSp>
        <p:nvCxnSpPr>
          <p:cNvPr id="435" name="Connector 434"/>
          <p:cNvCxnSpPr/>
          <p:nvPr/>
        </p:nvCxnSpPr>
        <p:spPr>
          <a:xfrm flipV="1">
            <a:off x="4293000" y="370799"/>
            <a:ext cx="162000" cy="336000"/>
          </a:xfrm>
          <a:prstGeom prst="line">
            <a:avLst/>
          </a:prstGeom>
          <a:ln w="12700">
            <a:solidFill>
              <a:srgbClr val="E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6" name="Oval 435"/>
          <p:cNvSpPr/>
          <p:nvPr/>
        </p:nvSpPr>
        <p:spPr>
          <a:xfrm>
            <a:off x="4422600" y="338399"/>
            <a:ext cx="64800" cy="64800"/>
          </a:xfrm>
          <a:prstGeom prst="ellipse">
            <a:avLst/>
          </a:prstGeom>
          <a:solidFill>
            <a:srgbClr val="E08A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437" name="TextBox 436"/>
          <p:cNvSpPr txBox="1"/>
          <p:nvPr/>
        </p:nvSpPr>
        <p:spPr>
          <a:xfrm rot="16200000">
            <a:off x="3060000" y="745200"/>
            <a:ext cx="1007999" cy="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9" b="0" i="0">
                <a:solidFill>
                  <a:srgbClr val="333333"/>
                </a:solidFill>
                <a:latin typeface="Arial"/>
              </a:rPr>
              <a:t>error, log (bars)</a:t>
            </a:r>
          </a:p>
        </p:txBody>
      </p:sp>
      <p:sp>
        <p:nvSpPr>
          <p:cNvPr id="438" name="TextBox 437"/>
          <p:cNvSpPr txBox="1"/>
          <p:nvPr/>
        </p:nvSpPr>
        <p:spPr>
          <a:xfrm rot="16200000">
            <a:off x="4194000" y="745200"/>
            <a:ext cx="1007999" cy="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9" b="0" i="0">
                <a:solidFill>
                  <a:srgbClr val="A9660C"/>
                </a:solidFill>
                <a:latin typeface="Arial"/>
              </a:rPr>
              <a:t>share of template tokens (line)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3600000" y="1393199"/>
            <a:ext cx="1062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" b="0" i="0">
                <a:solidFill>
                  <a:srgbClr val="707070"/>
                </a:solidFill>
                <a:latin typeface="Arial"/>
              </a:rPr>
              <a:t>tokens binned by the row readout of the lesion row,</a:t>
            </a:r>
          </a:p>
          <a:p>
            <a:pPr algn="l"/>
            <a:r>
              <a:rPr sz="420" b="0" i="0">
                <a:solidFill>
                  <a:srgbClr val="707070"/>
                </a:solidFill>
                <a:latin typeface="Arial"/>
              </a:rPr>
              <a:t>lowest fifth to highest fifth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00" cy="1655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where the error appears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" y="194400"/>
            <a:ext cx="4392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BOS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4000" y="180000"/>
            <a:ext cx="50159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552000" y="180000"/>
            <a:ext cx="50159" cy="11016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600000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96000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743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839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888000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935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984000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031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080000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1127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176000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223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1272000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319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368000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415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1464000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511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1560000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1607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1655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1703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1751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1799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1847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1895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1943999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1992000" y="180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2039999" y="180000"/>
            <a:ext cx="50159" cy="110160"/>
          </a:xfrm>
          <a:prstGeom prst="rect">
            <a:avLst/>
          </a:prstGeom>
          <a:solidFill>
            <a:srgbClr val="FEE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000" y="302400"/>
            <a:ext cx="4392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BOS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4000" y="288000"/>
            <a:ext cx="50159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552000" y="288000"/>
            <a:ext cx="50159" cy="11016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600000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648000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696000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743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792000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839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888000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935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984000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1031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1080000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1127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1176000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1223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1272000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1319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1368000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1415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1464000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1511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1560000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1607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1655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1703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1751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1799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1847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1895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1943999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1992000" y="288000"/>
            <a:ext cx="50159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2039999" y="288000"/>
            <a:ext cx="50159" cy="110160"/>
          </a:xfrm>
          <a:prstGeom prst="rect">
            <a:avLst/>
          </a:prstGeom>
          <a:solidFill>
            <a:srgbClr val="FEE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000" y="410400"/>
            <a:ext cx="4392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⟨hdr⟩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4000" y="396000"/>
            <a:ext cx="50159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552000" y="396000"/>
            <a:ext cx="50159" cy="110160"/>
          </a:xfrm>
          <a:prstGeom prst="rect">
            <a:avLst/>
          </a:prstGeom>
          <a:solidFill>
            <a:srgbClr val="FEE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6" name="Rectangle 75"/>
          <p:cNvSpPr/>
          <p:nvPr/>
        </p:nvSpPr>
        <p:spPr>
          <a:xfrm>
            <a:off x="600000" y="396000"/>
            <a:ext cx="50159" cy="110160"/>
          </a:xfrm>
          <a:prstGeom prst="rect">
            <a:avLst/>
          </a:prstGeom>
          <a:solidFill>
            <a:srgbClr val="FEE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648000" y="396000"/>
            <a:ext cx="50159" cy="110160"/>
          </a:xfrm>
          <a:prstGeom prst="rect">
            <a:avLst/>
          </a:prstGeom>
          <a:solidFill>
            <a:srgbClr val="FEE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696000" y="396000"/>
            <a:ext cx="50159" cy="110160"/>
          </a:xfrm>
          <a:prstGeom prst="rect">
            <a:avLst/>
          </a:prstGeom>
          <a:solidFill>
            <a:srgbClr val="FEE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743999" y="396000"/>
            <a:ext cx="50159" cy="110160"/>
          </a:xfrm>
          <a:prstGeom prst="rect">
            <a:avLst/>
          </a:prstGeom>
          <a:solidFill>
            <a:srgbClr val="FEE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792000" y="396000"/>
            <a:ext cx="50159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839999" y="396000"/>
            <a:ext cx="50159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888000" y="396000"/>
            <a:ext cx="50159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935999" y="396000"/>
            <a:ext cx="50159" cy="110160"/>
          </a:xfrm>
          <a:prstGeom prst="rect">
            <a:avLst/>
          </a:prstGeom>
          <a:solidFill>
            <a:srgbClr val="FEE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984000" y="396000"/>
            <a:ext cx="50159" cy="110160"/>
          </a:xfrm>
          <a:prstGeom prst="rect">
            <a:avLst/>
          </a:prstGeom>
          <a:solidFill>
            <a:srgbClr val="FEE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1031999" y="396000"/>
            <a:ext cx="50159" cy="110160"/>
          </a:xfrm>
          <a:prstGeom prst="rect">
            <a:avLst/>
          </a:prstGeom>
          <a:solidFill>
            <a:srgbClr val="FEE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1080000" y="396000"/>
            <a:ext cx="50159" cy="110160"/>
          </a:xfrm>
          <a:prstGeom prst="rect">
            <a:avLst/>
          </a:prstGeom>
          <a:solidFill>
            <a:srgbClr val="FEE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1127999" y="396000"/>
            <a:ext cx="50159" cy="110160"/>
          </a:xfrm>
          <a:prstGeom prst="rect">
            <a:avLst/>
          </a:prstGeom>
          <a:solidFill>
            <a:srgbClr val="FEE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1176000" y="396000"/>
            <a:ext cx="50159" cy="110160"/>
          </a:xfrm>
          <a:prstGeom prst="rect">
            <a:avLst/>
          </a:prstGeom>
          <a:solidFill>
            <a:srgbClr val="FE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1223999" y="396000"/>
            <a:ext cx="50159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1272000" y="396000"/>
            <a:ext cx="50159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1319999" y="396000"/>
            <a:ext cx="50159" cy="110160"/>
          </a:xfrm>
          <a:prstGeom prst="rect">
            <a:avLst/>
          </a:prstGeom>
          <a:solidFill>
            <a:srgbClr val="FEE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1368000" y="396000"/>
            <a:ext cx="50159" cy="110160"/>
          </a:xfrm>
          <a:prstGeom prst="rect">
            <a:avLst/>
          </a:prstGeom>
          <a:solidFill>
            <a:srgbClr val="FEE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1415999" y="396000"/>
            <a:ext cx="50159" cy="110160"/>
          </a:xfrm>
          <a:prstGeom prst="rect">
            <a:avLst/>
          </a:prstGeom>
          <a:solidFill>
            <a:srgbClr val="FEE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4" name="Rectangle 93"/>
          <p:cNvSpPr/>
          <p:nvPr/>
        </p:nvSpPr>
        <p:spPr>
          <a:xfrm>
            <a:off x="1464000" y="396000"/>
            <a:ext cx="50159" cy="110160"/>
          </a:xfrm>
          <a:prstGeom prst="rect">
            <a:avLst/>
          </a:prstGeom>
          <a:solidFill>
            <a:srgbClr val="FEE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1511999" y="396000"/>
            <a:ext cx="50159" cy="110160"/>
          </a:xfrm>
          <a:prstGeom prst="rect">
            <a:avLst/>
          </a:prstGeom>
          <a:solidFill>
            <a:srgbClr val="FE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1560000" y="396000"/>
            <a:ext cx="50159" cy="110160"/>
          </a:xfrm>
          <a:prstGeom prst="rect">
            <a:avLst/>
          </a:prstGeom>
          <a:solidFill>
            <a:srgbClr val="FE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1607999" y="396000"/>
            <a:ext cx="50159" cy="110160"/>
          </a:xfrm>
          <a:prstGeom prst="rect">
            <a:avLst/>
          </a:prstGeom>
          <a:solidFill>
            <a:srgbClr val="FE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1655999" y="396000"/>
            <a:ext cx="50159" cy="110160"/>
          </a:xfrm>
          <a:prstGeom prst="rect">
            <a:avLst/>
          </a:prstGeom>
          <a:solidFill>
            <a:srgbClr val="FE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9" name="Rectangle 98"/>
          <p:cNvSpPr/>
          <p:nvPr/>
        </p:nvSpPr>
        <p:spPr>
          <a:xfrm>
            <a:off x="1703999" y="396000"/>
            <a:ext cx="50159" cy="110160"/>
          </a:xfrm>
          <a:prstGeom prst="rect">
            <a:avLst/>
          </a:prstGeom>
          <a:solidFill>
            <a:srgbClr val="FEE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1751999" y="396000"/>
            <a:ext cx="50159" cy="110160"/>
          </a:xfrm>
          <a:prstGeom prst="rect">
            <a:avLst/>
          </a:prstGeom>
          <a:solidFill>
            <a:srgbClr val="FEE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1" name="Rectangle 100"/>
          <p:cNvSpPr/>
          <p:nvPr/>
        </p:nvSpPr>
        <p:spPr>
          <a:xfrm>
            <a:off x="1799999" y="396000"/>
            <a:ext cx="50159" cy="110160"/>
          </a:xfrm>
          <a:prstGeom prst="rect">
            <a:avLst/>
          </a:prstGeom>
          <a:solidFill>
            <a:srgbClr val="FEE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2" name="Rectangle 101"/>
          <p:cNvSpPr/>
          <p:nvPr/>
        </p:nvSpPr>
        <p:spPr>
          <a:xfrm>
            <a:off x="1847999" y="396000"/>
            <a:ext cx="50159" cy="110160"/>
          </a:xfrm>
          <a:prstGeom prst="rect">
            <a:avLst/>
          </a:prstGeom>
          <a:solidFill>
            <a:srgbClr val="FEE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1895999" y="396000"/>
            <a:ext cx="50159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4" name="Rectangle 103"/>
          <p:cNvSpPr/>
          <p:nvPr/>
        </p:nvSpPr>
        <p:spPr>
          <a:xfrm>
            <a:off x="1943999" y="396000"/>
            <a:ext cx="50159" cy="110160"/>
          </a:xfrm>
          <a:prstGeom prst="rect">
            <a:avLst/>
          </a:prstGeom>
          <a:solidFill>
            <a:srgbClr val="FEE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1992000" y="396000"/>
            <a:ext cx="50159" cy="110160"/>
          </a:xfrm>
          <a:prstGeom prst="rect">
            <a:avLst/>
          </a:prstGeom>
          <a:solidFill>
            <a:srgbClr val="FDD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6" name="Rectangle 105"/>
          <p:cNvSpPr/>
          <p:nvPr/>
        </p:nvSpPr>
        <p:spPr>
          <a:xfrm>
            <a:off x="2039999" y="396000"/>
            <a:ext cx="50159" cy="110160"/>
          </a:xfrm>
          <a:prstGeom prst="rect">
            <a:avLst/>
          </a:prstGeom>
          <a:solidFill>
            <a:srgbClr val="FDD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6000" y="518400"/>
            <a:ext cx="4392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system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4000" y="503999"/>
            <a:ext cx="50159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9" name="Rectangle 108"/>
          <p:cNvSpPr/>
          <p:nvPr/>
        </p:nvSpPr>
        <p:spPr>
          <a:xfrm>
            <a:off x="552000" y="503999"/>
            <a:ext cx="50159" cy="110160"/>
          </a:xfrm>
          <a:prstGeom prst="rect">
            <a:avLst/>
          </a:prstGeom>
          <a:solidFill>
            <a:srgbClr val="FEE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0" name="Rectangle 109"/>
          <p:cNvSpPr/>
          <p:nvPr/>
        </p:nvSpPr>
        <p:spPr>
          <a:xfrm>
            <a:off x="600000" y="503999"/>
            <a:ext cx="50159" cy="110160"/>
          </a:xfrm>
          <a:prstGeom prst="rect">
            <a:avLst/>
          </a:prstGeom>
          <a:solidFill>
            <a:srgbClr val="FDD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648000" y="503999"/>
            <a:ext cx="50159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696000" y="503999"/>
            <a:ext cx="50159" cy="110160"/>
          </a:xfrm>
          <a:prstGeom prst="rect">
            <a:avLst/>
          </a:prstGeom>
          <a:solidFill>
            <a:srgbClr val="FDE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3" name="Rectangle 112"/>
          <p:cNvSpPr/>
          <p:nvPr/>
        </p:nvSpPr>
        <p:spPr>
          <a:xfrm>
            <a:off x="743999" y="503999"/>
            <a:ext cx="50159" cy="110160"/>
          </a:xfrm>
          <a:prstGeom prst="rect">
            <a:avLst/>
          </a:prstGeom>
          <a:solidFill>
            <a:srgbClr val="FDD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4" name="Rectangle 113"/>
          <p:cNvSpPr/>
          <p:nvPr/>
        </p:nvSpPr>
        <p:spPr>
          <a:xfrm>
            <a:off x="792000" y="503999"/>
            <a:ext cx="50159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5" name="Rectangle 114"/>
          <p:cNvSpPr/>
          <p:nvPr/>
        </p:nvSpPr>
        <p:spPr>
          <a:xfrm>
            <a:off x="839999" y="503999"/>
            <a:ext cx="50159" cy="110160"/>
          </a:xfrm>
          <a:prstGeom prst="rect">
            <a:avLst/>
          </a:prstGeom>
          <a:solidFill>
            <a:srgbClr val="FDE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6" name="Rectangle 115"/>
          <p:cNvSpPr/>
          <p:nvPr/>
        </p:nvSpPr>
        <p:spPr>
          <a:xfrm>
            <a:off x="888000" y="503999"/>
            <a:ext cx="50159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935999" y="503999"/>
            <a:ext cx="50159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8" name="Rectangle 117"/>
          <p:cNvSpPr/>
          <p:nvPr/>
        </p:nvSpPr>
        <p:spPr>
          <a:xfrm>
            <a:off x="984000" y="503999"/>
            <a:ext cx="50159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1031999" y="503999"/>
            <a:ext cx="50159" cy="110160"/>
          </a:xfrm>
          <a:prstGeom prst="rect">
            <a:avLst/>
          </a:prstGeom>
          <a:solidFill>
            <a:srgbClr val="FDE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0" name="Rectangle 119"/>
          <p:cNvSpPr/>
          <p:nvPr/>
        </p:nvSpPr>
        <p:spPr>
          <a:xfrm>
            <a:off x="1080000" y="503999"/>
            <a:ext cx="50159" cy="110160"/>
          </a:xfrm>
          <a:prstGeom prst="rect">
            <a:avLst/>
          </a:prstGeom>
          <a:solidFill>
            <a:srgbClr val="FDD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1" name="Rectangle 120"/>
          <p:cNvSpPr/>
          <p:nvPr/>
        </p:nvSpPr>
        <p:spPr>
          <a:xfrm>
            <a:off x="1127999" y="503999"/>
            <a:ext cx="50159" cy="110160"/>
          </a:xfrm>
          <a:prstGeom prst="rect">
            <a:avLst/>
          </a:prstGeom>
          <a:solidFill>
            <a:srgbClr val="FDE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2" name="Rectangle 121"/>
          <p:cNvSpPr/>
          <p:nvPr/>
        </p:nvSpPr>
        <p:spPr>
          <a:xfrm>
            <a:off x="1176000" y="503999"/>
            <a:ext cx="50159" cy="110160"/>
          </a:xfrm>
          <a:prstGeom prst="rect">
            <a:avLst/>
          </a:prstGeom>
          <a:solidFill>
            <a:srgbClr val="FEE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3" name="Rectangle 122"/>
          <p:cNvSpPr/>
          <p:nvPr/>
        </p:nvSpPr>
        <p:spPr>
          <a:xfrm>
            <a:off x="1223999" y="503999"/>
            <a:ext cx="50159" cy="110160"/>
          </a:xfrm>
          <a:prstGeom prst="rect">
            <a:avLst/>
          </a:prstGeom>
          <a:solidFill>
            <a:srgbClr val="FEE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4" name="Rectangle 123"/>
          <p:cNvSpPr/>
          <p:nvPr/>
        </p:nvSpPr>
        <p:spPr>
          <a:xfrm>
            <a:off x="1272000" y="503999"/>
            <a:ext cx="50159" cy="110160"/>
          </a:xfrm>
          <a:prstGeom prst="rect">
            <a:avLst/>
          </a:prstGeom>
          <a:solidFill>
            <a:srgbClr val="FEE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5" name="Rectangle 124"/>
          <p:cNvSpPr/>
          <p:nvPr/>
        </p:nvSpPr>
        <p:spPr>
          <a:xfrm>
            <a:off x="1319999" y="503999"/>
            <a:ext cx="50159" cy="110160"/>
          </a:xfrm>
          <a:prstGeom prst="rect">
            <a:avLst/>
          </a:prstGeom>
          <a:solidFill>
            <a:srgbClr val="FEE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6" name="Rectangle 125"/>
          <p:cNvSpPr/>
          <p:nvPr/>
        </p:nvSpPr>
        <p:spPr>
          <a:xfrm>
            <a:off x="1368000" y="503999"/>
            <a:ext cx="50159" cy="110160"/>
          </a:xfrm>
          <a:prstGeom prst="rect">
            <a:avLst/>
          </a:prstGeom>
          <a:solidFill>
            <a:srgbClr val="FEE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1415999" y="503999"/>
            <a:ext cx="50159" cy="110160"/>
          </a:xfrm>
          <a:prstGeom prst="rect">
            <a:avLst/>
          </a:prstGeom>
          <a:solidFill>
            <a:srgbClr val="FEE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8" name="Rectangle 127"/>
          <p:cNvSpPr/>
          <p:nvPr/>
        </p:nvSpPr>
        <p:spPr>
          <a:xfrm>
            <a:off x="1464000" y="503999"/>
            <a:ext cx="50159" cy="110160"/>
          </a:xfrm>
          <a:prstGeom prst="rect">
            <a:avLst/>
          </a:prstGeom>
          <a:solidFill>
            <a:srgbClr val="FEE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9" name="Rectangle 128"/>
          <p:cNvSpPr/>
          <p:nvPr/>
        </p:nvSpPr>
        <p:spPr>
          <a:xfrm>
            <a:off x="1511999" y="503999"/>
            <a:ext cx="50159" cy="110160"/>
          </a:xfrm>
          <a:prstGeom prst="rect">
            <a:avLst/>
          </a:prstGeom>
          <a:solidFill>
            <a:srgbClr val="FDE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0" name="Rectangle 129"/>
          <p:cNvSpPr/>
          <p:nvPr/>
        </p:nvSpPr>
        <p:spPr>
          <a:xfrm>
            <a:off x="1560000" y="503999"/>
            <a:ext cx="50159" cy="110160"/>
          </a:xfrm>
          <a:prstGeom prst="rect">
            <a:avLst/>
          </a:prstGeom>
          <a:solidFill>
            <a:srgbClr val="FDD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1" name="Rectangle 130"/>
          <p:cNvSpPr/>
          <p:nvPr/>
        </p:nvSpPr>
        <p:spPr>
          <a:xfrm>
            <a:off x="1607999" y="503999"/>
            <a:ext cx="50159" cy="110160"/>
          </a:xfrm>
          <a:prstGeom prst="rect">
            <a:avLst/>
          </a:prstGeom>
          <a:solidFill>
            <a:srgbClr val="FDD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2" name="Rectangle 131"/>
          <p:cNvSpPr/>
          <p:nvPr/>
        </p:nvSpPr>
        <p:spPr>
          <a:xfrm>
            <a:off x="1655999" y="503999"/>
            <a:ext cx="50159" cy="110160"/>
          </a:xfrm>
          <a:prstGeom prst="rect">
            <a:avLst/>
          </a:prstGeom>
          <a:solidFill>
            <a:srgbClr val="FDD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3" name="Rectangle 132"/>
          <p:cNvSpPr/>
          <p:nvPr/>
        </p:nvSpPr>
        <p:spPr>
          <a:xfrm>
            <a:off x="1703999" y="503999"/>
            <a:ext cx="50159" cy="110160"/>
          </a:xfrm>
          <a:prstGeom prst="rect">
            <a:avLst/>
          </a:prstGeom>
          <a:solidFill>
            <a:srgbClr val="FDD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4" name="Rectangle 133"/>
          <p:cNvSpPr/>
          <p:nvPr/>
        </p:nvSpPr>
        <p:spPr>
          <a:xfrm>
            <a:off x="1751999" y="503999"/>
            <a:ext cx="50159" cy="110160"/>
          </a:xfrm>
          <a:prstGeom prst="rect">
            <a:avLst/>
          </a:prstGeom>
          <a:solidFill>
            <a:srgbClr val="FDD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1799999" y="503999"/>
            <a:ext cx="50159" cy="110160"/>
          </a:xfrm>
          <a:prstGeom prst="rect">
            <a:avLst/>
          </a:prstGeom>
          <a:solidFill>
            <a:srgbClr val="FDD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6" name="Rectangle 135"/>
          <p:cNvSpPr/>
          <p:nvPr/>
        </p:nvSpPr>
        <p:spPr>
          <a:xfrm>
            <a:off x="1847999" y="503999"/>
            <a:ext cx="50159" cy="110160"/>
          </a:xfrm>
          <a:prstGeom prst="rect">
            <a:avLst/>
          </a:prstGeom>
          <a:solidFill>
            <a:srgbClr val="FCD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7" name="Rectangle 136"/>
          <p:cNvSpPr/>
          <p:nvPr/>
        </p:nvSpPr>
        <p:spPr>
          <a:xfrm>
            <a:off x="1895999" y="503999"/>
            <a:ext cx="50159" cy="110160"/>
          </a:xfrm>
          <a:prstGeom prst="rect">
            <a:avLst/>
          </a:prstGeom>
          <a:solidFill>
            <a:srgbClr val="FCD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8" name="Rectangle 137"/>
          <p:cNvSpPr/>
          <p:nvPr/>
        </p:nvSpPr>
        <p:spPr>
          <a:xfrm>
            <a:off x="1943999" y="503999"/>
            <a:ext cx="50159" cy="110160"/>
          </a:xfrm>
          <a:prstGeom prst="rect">
            <a:avLst/>
          </a:prstGeom>
          <a:solidFill>
            <a:srgbClr val="FCC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9" name="Rectangle 138"/>
          <p:cNvSpPr/>
          <p:nvPr/>
        </p:nvSpPr>
        <p:spPr>
          <a:xfrm>
            <a:off x="1992000" y="503999"/>
            <a:ext cx="50159" cy="110160"/>
          </a:xfrm>
          <a:prstGeom prst="rect">
            <a:avLst/>
          </a:prstGeom>
          <a:solidFill>
            <a:srgbClr val="FBC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0" name="Rectangle 139"/>
          <p:cNvSpPr/>
          <p:nvPr/>
        </p:nvSpPr>
        <p:spPr>
          <a:xfrm>
            <a:off x="2039999" y="503999"/>
            <a:ext cx="50159" cy="110160"/>
          </a:xfrm>
          <a:prstGeom prst="rect">
            <a:avLst/>
          </a:prstGeom>
          <a:solidFill>
            <a:srgbClr val="FA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6000" y="626400"/>
            <a:ext cx="4392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⟨/hdr⟩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04000" y="612000"/>
            <a:ext cx="50159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552000" y="612000"/>
            <a:ext cx="50159" cy="110160"/>
          </a:xfrm>
          <a:prstGeom prst="rect">
            <a:avLst/>
          </a:prstGeom>
          <a:solidFill>
            <a:srgbClr val="FEE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4" name="Rectangle 143"/>
          <p:cNvSpPr/>
          <p:nvPr/>
        </p:nvSpPr>
        <p:spPr>
          <a:xfrm>
            <a:off x="600000" y="612000"/>
            <a:ext cx="50159" cy="110160"/>
          </a:xfrm>
          <a:prstGeom prst="rect">
            <a:avLst/>
          </a:prstGeom>
          <a:solidFill>
            <a:srgbClr val="A2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5" name="Rectangle 144"/>
          <p:cNvSpPr/>
          <p:nvPr/>
        </p:nvSpPr>
        <p:spPr>
          <a:xfrm>
            <a:off x="648000" y="612000"/>
            <a:ext cx="50159" cy="110160"/>
          </a:xfrm>
          <a:prstGeom prst="rect">
            <a:avLst/>
          </a:prstGeom>
          <a:solidFill>
            <a:srgbClr val="CF5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6" name="Rectangle 145"/>
          <p:cNvSpPr/>
          <p:nvPr/>
        </p:nvSpPr>
        <p:spPr>
          <a:xfrm>
            <a:off x="696000" y="612000"/>
            <a:ext cx="50159" cy="110160"/>
          </a:xfrm>
          <a:prstGeom prst="rect">
            <a:avLst/>
          </a:prstGeom>
          <a:solidFill>
            <a:srgbClr val="F3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7" name="Rectangle 146"/>
          <p:cNvSpPr/>
          <p:nvPr/>
        </p:nvSpPr>
        <p:spPr>
          <a:xfrm>
            <a:off x="743999" y="612000"/>
            <a:ext cx="50159" cy="110160"/>
          </a:xfrm>
          <a:prstGeom prst="rect">
            <a:avLst/>
          </a:prstGeom>
          <a:solidFill>
            <a:srgbClr val="F7A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8" name="Rectangle 147"/>
          <p:cNvSpPr/>
          <p:nvPr/>
        </p:nvSpPr>
        <p:spPr>
          <a:xfrm>
            <a:off x="792000" y="612000"/>
            <a:ext cx="50159" cy="110160"/>
          </a:xfrm>
          <a:prstGeom prst="rect">
            <a:avLst/>
          </a:prstGeom>
          <a:solidFill>
            <a:srgbClr val="F8B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9" name="Rectangle 148"/>
          <p:cNvSpPr/>
          <p:nvPr/>
        </p:nvSpPr>
        <p:spPr>
          <a:xfrm>
            <a:off x="839999" y="612000"/>
            <a:ext cx="50159" cy="110160"/>
          </a:xfrm>
          <a:prstGeom prst="rect">
            <a:avLst/>
          </a:prstGeom>
          <a:solidFill>
            <a:srgbClr val="FAB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0" name="Rectangle 149"/>
          <p:cNvSpPr/>
          <p:nvPr/>
        </p:nvSpPr>
        <p:spPr>
          <a:xfrm>
            <a:off x="888000" y="612000"/>
            <a:ext cx="50159" cy="110160"/>
          </a:xfrm>
          <a:prstGeom prst="rect">
            <a:avLst/>
          </a:prstGeom>
          <a:solidFill>
            <a:srgbClr val="FBC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935999" y="612000"/>
            <a:ext cx="50159" cy="110160"/>
          </a:xfrm>
          <a:prstGeom prst="rect">
            <a:avLst/>
          </a:prstGeom>
          <a:solidFill>
            <a:srgbClr val="FBC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2" name="Rectangle 151"/>
          <p:cNvSpPr/>
          <p:nvPr/>
        </p:nvSpPr>
        <p:spPr>
          <a:xfrm>
            <a:off x="984000" y="612000"/>
            <a:ext cx="50159" cy="110160"/>
          </a:xfrm>
          <a:prstGeom prst="rect">
            <a:avLst/>
          </a:prstGeom>
          <a:solidFill>
            <a:srgbClr val="FCC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1031999" y="612000"/>
            <a:ext cx="50159" cy="110160"/>
          </a:xfrm>
          <a:prstGeom prst="rect">
            <a:avLst/>
          </a:prstGeom>
          <a:solidFill>
            <a:srgbClr val="FCD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4" name="Rectangle 153"/>
          <p:cNvSpPr/>
          <p:nvPr/>
        </p:nvSpPr>
        <p:spPr>
          <a:xfrm>
            <a:off x="1080000" y="612000"/>
            <a:ext cx="50159" cy="110160"/>
          </a:xfrm>
          <a:prstGeom prst="rect">
            <a:avLst/>
          </a:prstGeom>
          <a:solidFill>
            <a:srgbClr val="FDD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1127999" y="612000"/>
            <a:ext cx="50159" cy="110160"/>
          </a:xfrm>
          <a:prstGeom prst="rect">
            <a:avLst/>
          </a:prstGeom>
          <a:solidFill>
            <a:srgbClr val="FDD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6" name="Rectangle 155"/>
          <p:cNvSpPr/>
          <p:nvPr/>
        </p:nvSpPr>
        <p:spPr>
          <a:xfrm>
            <a:off x="1176000" y="612000"/>
            <a:ext cx="50159" cy="110160"/>
          </a:xfrm>
          <a:prstGeom prst="rect">
            <a:avLst/>
          </a:prstGeom>
          <a:solidFill>
            <a:srgbClr val="FDD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7" name="Rectangle 156"/>
          <p:cNvSpPr/>
          <p:nvPr/>
        </p:nvSpPr>
        <p:spPr>
          <a:xfrm>
            <a:off x="1223999" y="612000"/>
            <a:ext cx="50159" cy="110160"/>
          </a:xfrm>
          <a:prstGeom prst="rect">
            <a:avLst/>
          </a:prstGeom>
          <a:solidFill>
            <a:srgbClr val="FDD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8" name="Rectangle 157"/>
          <p:cNvSpPr/>
          <p:nvPr/>
        </p:nvSpPr>
        <p:spPr>
          <a:xfrm>
            <a:off x="1272000" y="612000"/>
            <a:ext cx="50159" cy="110160"/>
          </a:xfrm>
          <a:prstGeom prst="rect">
            <a:avLst/>
          </a:prstGeom>
          <a:solidFill>
            <a:srgbClr val="FDD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9" name="Rectangle 158"/>
          <p:cNvSpPr/>
          <p:nvPr/>
        </p:nvSpPr>
        <p:spPr>
          <a:xfrm>
            <a:off x="1319999" y="612000"/>
            <a:ext cx="50159" cy="110160"/>
          </a:xfrm>
          <a:prstGeom prst="rect">
            <a:avLst/>
          </a:prstGeom>
          <a:solidFill>
            <a:srgbClr val="FDD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0" name="Rectangle 159"/>
          <p:cNvSpPr/>
          <p:nvPr/>
        </p:nvSpPr>
        <p:spPr>
          <a:xfrm>
            <a:off x="1368000" y="612000"/>
            <a:ext cx="50159" cy="110160"/>
          </a:xfrm>
          <a:prstGeom prst="rect">
            <a:avLst/>
          </a:prstGeom>
          <a:solidFill>
            <a:srgbClr val="FDD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1" name="Rectangle 160"/>
          <p:cNvSpPr/>
          <p:nvPr/>
        </p:nvSpPr>
        <p:spPr>
          <a:xfrm>
            <a:off x="1415999" y="612000"/>
            <a:ext cx="50159" cy="110160"/>
          </a:xfrm>
          <a:prstGeom prst="rect">
            <a:avLst/>
          </a:prstGeom>
          <a:solidFill>
            <a:srgbClr val="FDD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2" name="Rectangle 161"/>
          <p:cNvSpPr/>
          <p:nvPr/>
        </p:nvSpPr>
        <p:spPr>
          <a:xfrm>
            <a:off x="1464000" y="612000"/>
            <a:ext cx="50159" cy="110160"/>
          </a:xfrm>
          <a:prstGeom prst="rect">
            <a:avLst/>
          </a:prstGeom>
          <a:solidFill>
            <a:srgbClr val="FDD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3" name="Rectangle 162"/>
          <p:cNvSpPr/>
          <p:nvPr/>
        </p:nvSpPr>
        <p:spPr>
          <a:xfrm>
            <a:off x="1511999" y="612000"/>
            <a:ext cx="50159" cy="110160"/>
          </a:xfrm>
          <a:prstGeom prst="rect">
            <a:avLst/>
          </a:prstGeom>
          <a:solidFill>
            <a:srgbClr val="FDD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4" name="Rectangle 163"/>
          <p:cNvSpPr/>
          <p:nvPr/>
        </p:nvSpPr>
        <p:spPr>
          <a:xfrm>
            <a:off x="1560000" y="612000"/>
            <a:ext cx="50159" cy="110160"/>
          </a:xfrm>
          <a:prstGeom prst="rect">
            <a:avLst/>
          </a:prstGeom>
          <a:solidFill>
            <a:srgbClr val="FDD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5" name="Rectangle 164"/>
          <p:cNvSpPr/>
          <p:nvPr/>
        </p:nvSpPr>
        <p:spPr>
          <a:xfrm>
            <a:off x="1607999" y="612000"/>
            <a:ext cx="50159" cy="110160"/>
          </a:xfrm>
          <a:prstGeom prst="rect">
            <a:avLst/>
          </a:prstGeom>
          <a:solidFill>
            <a:srgbClr val="FDD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6" name="Rectangle 165"/>
          <p:cNvSpPr/>
          <p:nvPr/>
        </p:nvSpPr>
        <p:spPr>
          <a:xfrm>
            <a:off x="1655999" y="612000"/>
            <a:ext cx="50159" cy="110160"/>
          </a:xfrm>
          <a:prstGeom prst="rect">
            <a:avLst/>
          </a:prstGeom>
          <a:solidFill>
            <a:srgbClr val="FDD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7" name="Rectangle 166"/>
          <p:cNvSpPr/>
          <p:nvPr/>
        </p:nvSpPr>
        <p:spPr>
          <a:xfrm>
            <a:off x="1703999" y="612000"/>
            <a:ext cx="50159" cy="110160"/>
          </a:xfrm>
          <a:prstGeom prst="rect">
            <a:avLst/>
          </a:prstGeom>
          <a:solidFill>
            <a:srgbClr val="FDD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8" name="Rectangle 167"/>
          <p:cNvSpPr/>
          <p:nvPr/>
        </p:nvSpPr>
        <p:spPr>
          <a:xfrm>
            <a:off x="1751999" y="612000"/>
            <a:ext cx="50159" cy="110160"/>
          </a:xfrm>
          <a:prstGeom prst="rect">
            <a:avLst/>
          </a:prstGeom>
          <a:solidFill>
            <a:srgbClr val="FDD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9" name="Rectangle 168"/>
          <p:cNvSpPr/>
          <p:nvPr/>
        </p:nvSpPr>
        <p:spPr>
          <a:xfrm>
            <a:off x="1799999" y="612000"/>
            <a:ext cx="50159" cy="110160"/>
          </a:xfrm>
          <a:prstGeom prst="rect">
            <a:avLst/>
          </a:prstGeom>
          <a:solidFill>
            <a:srgbClr val="FDD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0" name="Rectangle 169"/>
          <p:cNvSpPr/>
          <p:nvPr/>
        </p:nvSpPr>
        <p:spPr>
          <a:xfrm>
            <a:off x="1847999" y="612000"/>
            <a:ext cx="50159" cy="110160"/>
          </a:xfrm>
          <a:prstGeom prst="rect">
            <a:avLst/>
          </a:prstGeom>
          <a:solidFill>
            <a:srgbClr val="FDD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1" name="Rectangle 170"/>
          <p:cNvSpPr/>
          <p:nvPr/>
        </p:nvSpPr>
        <p:spPr>
          <a:xfrm>
            <a:off x="1895999" y="612000"/>
            <a:ext cx="50159" cy="110160"/>
          </a:xfrm>
          <a:prstGeom prst="rect">
            <a:avLst/>
          </a:prstGeom>
          <a:solidFill>
            <a:srgbClr val="FDD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2" name="Rectangle 171"/>
          <p:cNvSpPr/>
          <p:nvPr/>
        </p:nvSpPr>
        <p:spPr>
          <a:xfrm>
            <a:off x="1943999" y="612000"/>
            <a:ext cx="50159" cy="110160"/>
          </a:xfrm>
          <a:prstGeom prst="rect">
            <a:avLst/>
          </a:prstGeom>
          <a:solidFill>
            <a:srgbClr val="FDD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3" name="Rectangle 172"/>
          <p:cNvSpPr/>
          <p:nvPr/>
        </p:nvSpPr>
        <p:spPr>
          <a:xfrm>
            <a:off x="1992000" y="612000"/>
            <a:ext cx="50159" cy="110160"/>
          </a:xfrm>
          <a:prstGeom prst="rect">
            <a:avLst/>
          </a:prstGeom>
          <a:solidFill>
            <a:srgbClr val="FDD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4" name="Rectangle 173"/>
          <p:cNvSpPr/>
          <p:nvPr/>
        </p:nvSpPr>
        <p:spPr>
          <a:xfrm>
            <a:off x="2039999" y="612000"/>
            <a:ext cx="50159" cy="110160"/>
          </a:xfrm>
          <a:prstGeom prst="rect">
            <a:avLst/>
          </a:prstGeom>
          <a:solidFill>
            <a:srgbClr val="FAC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6000" y="734400"/>
            <a:ext cx="4392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⏎⏎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04000" y="720000"/>
            <a:ext cx="50159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7" name="Rectangle 176"/>
          <p:cNvSpPr/>
          <p:nvPr/>
        </p:nvSpPr>
        <p:spPr>
          <a:xfrm>
            <a:off x="552000" y="720000"/>
            <a:ext cx="50159" cy="110160"/>
          </a:xfrm>
          <a:prstGeom prst="rect">
            <a:avLst/>
          </a:prstGeom>
          <a:solidFill>
            <a:srgbClr val="FE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8" name="Rectangle 177"/>
          <p:cNvSpPr/>
          <p:nvPr/>
        </p:nvSpPr>
        <p:spPr>
          <a:xfrm>
            <a:off x="600000" y="720000"/>
            <a:ext cx="50159" cy="110160"/>
          </a:xfrm>
          <a:prstGeom prst="rect">
            <a:avLst/>
          </a:prstGeom>
          <a:solidFill>
            <a:srgbClr val="F8B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9" name="Rectangle 178"/>
          <p:cNvSpPr/>
          <p:nvPr/>
        </p:nvSpPr>
        <p:spPr>
          <a:xfrm>
            <a:off x="648000" y="720000"/>
            <a:ext cx="50159" cy="110160"/>
          </a:xfrm>
          <a:prstGeom prst="rect">
            <a:avLst/>
          </a:prstGeom>
          <a:solidFill>
            <a:srgbClr val="F9B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0" name="Rectangle 179"/>
          <p:cNvSpPr/>
          <p:nvPr/>
        </p:nvSpPr>
        <p:spPr>
          <a:xfrm>
            <a:off x="696000" y="720000"/>
            <a:ext cx="50159" cy="110160"/>
          </a:xfrm>
          <a:prstGeom prst="rect">
            <a:avLst/>
          </a:prstGeom>
          <a:solidFill>
            <a:srgbClr val="B8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1" name="Rectangle 180"/>
          <p:cNvSpPr/>
          <p:nvPr/>
        </p:nvSpPr>
        <p:spPr>
          <a:xfrm>
            <a:off x="743999" y="720000"/>
            <a:ext cx="50159" cy="110160"/>
          </a:xfrm>
          <a:prstGeom prst="rect">
            <a:avLst/>
          </a:prstGeom>
          <a:solidFill>
            <a:srgbClr val="AE3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2" name="Rectangle 181"/>
          <p:cNvSpPr/>
          <p:nvPr/>
        </p:nvSpPr>
        <p:spPr>
          <a:xfrm>
            <a:off x="792000" y="720000"/>
            <a:ext cx="50159" cy="110160"/>
          </a:xfrm>
          <a:prstGeom prst="rect">
            <a:avLst/>
          </a:prstGeom>
          <a:solidFill>
            <a:srgbClr val="D05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3" name="Rectangle 182"/>
          <p:cNvSpPr/>
          <p:nvPr/>
        </p:nvSpPr>
        <p:spPr>
          <a:xfrm>
            <a:off x="839999" y="720000"/>
            <a:ext cx="50159" cy="110160"/>
          </a:xfrm>
          <a:prstGeom prst="rect">
            <a:avLst/>
          </a:prstGeom>
          <a:solidFill>
            <a:srgbClr val="F1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4" name="Rectangle 183"/>
          <p:cNvSpPr/>
          <p:nvPr/>
        </p:nvSpPr>
        <p:spPr>
          <a:xfrm>
            <a:off x="888000" y="720000"/>
            <a:ext cx="50159" cy="110160"/>
          </a:xfrm>
          <a:prstGeom prst="rect">
            <a:avLst/>
          </a:prstGeom>
          <a:solidFill>
            <a:srgbClr val="F48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5" name="Rectangle 184"/>
          <p:cNvSpPr/>
          <p:nvPr/>
        </p:nvSpPr>
        <p:spPr>
          <a:xfrm>
            <a:off x="935999" y="720000"/>
            <a:ext cx="50159" cy="110160"/>
          </a:xfrm>
          <a:prstGeom prst="rect">
            <a:avLst/>
          </a:prstGeom>
          <a:solidFill>
            <a:srgbClr val="F5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6" name="Rectangle 185"/>
          <p:cNvSpPr/>
          <p:nvPr/>
        </p:nvSpPr>
        <p:spPr>
          <a:xfrm>
            <a:off x="984000" y="720000"/>
            <a:ext cx="50159" cy="110160"/>
          </a:xfrm>
          <a:prstGeom prst="rect">
            <a:avLst/>
          </a:prstGeom>
          <a:solidFill>
            <a:srgbClr val="F598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7" name="Rectangle 186"/>
          <p:cNvSpPr/>
          <p:nvPr/>
        </p:nvSpPr>
        <p:spPr>
          <a:xfrm>
            <a:off x="1031999" y="720000"/>
            <a:ext cx="50159" cy="110160"/>
          </a:xfrm>
          <a:prstGeom prst="rect">
            <a:avLst/>
          </a:prstGeom>
          <a:solidFill>
            <a:srgbClr val="F69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8" name="Rectangle 187"/>
          <p:cNvSpPr/>
          <p:nvPr/>
        </p:nvSpPr>
        <p:spPr>
          <a:xfrm>
            <a:off x="1080000" y="720000"/>
            <a:ext cx="50159" cy="110160"/>
          </a:xfrm>
          <a:prstGeom prst="rect">
            <a:avLst/>
          </a:prstGeom>
          <a:solidFill>
            <a:srgbClr val="F6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9" name="Rectangle 188"/>
          <p:cNvSpPr/>
          <p:nvPr/>
        </p:nvSpPr>
        <p:spPr>
          <a:xfrm>
            <a:off x="1127999" y="720000"/>
            <a:ext cx="50159" cy="110160"/>
          </a:xfrm>
          <a:prstGeom prst="rect">
            <a:avLst/>
          </a:prstGeom>
          <a:solidFill>
            <a:srgbClr val="F7A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0" name="Rectangle 189"/>
          <p:cNvSpPr/>
          <p:nvPr/>
        </p:nvSpPr>
        <p:spPr>
          <a:xfrm>
            <a:off x="1176000" y="720000"/>
            <a:ext cx="50159" cy="110160"/>
          </a:xfrm>
          <a:prstGeom prst="rect">
            <a:avLst/>
          </a:prstGeom>
          <a:solidFill>
            <a:srgbClr val="F8B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1" name="Rectangle 190"/>
          <p:cNvSpPr/>
          <p:nvPr/>
        </p:nvSpPr>
        <p:spPr>
          <a:xfrm>
            <a:off x="1223999" y="720000"/>
            <a:ext cx="50159" cy="110160"/>
          </a:xfrm>
          <a:prstGeom prst="rect">
            <a:avLst/>
          </a:prstGeom>
          <a:solidFill>
            <a:srgbClr val="F9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2" name="Rectangle 191"/>
          <p:cNvSpPr/>
          <p:nvPr/>
        </p:nvSpPr>
        <p:spPr>
          <a:xfrm>
            <a:off x="1272000" y="720000"/>
            <a:ext cx="50159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3" name="Rectangle 192"/>
          <p:cNvSpPr/>
          <p:nvPr/>
        </p:nvSpPr>
        <p:spPr>
          <a:xfrm>
            <a:off x="1319999" y="720000"/>
            <a:ext cx="50159" cy="110160"/>
          </a:xfrm>
          <a:prstGeom prst="rect">
            <a:avLst/>
          </a:prstGeom>
          <a:solidFill>
            <a:srgbClr val="FAC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4" name="Rectangle 193"/>
          <p:cNvSpPr/>
          <p:nvPr/>
        </p:nvSpPr>
        <p:spPr>
          <a:xfrm>
            <a:off x="1368000" y="720000"/>
            <a:ext cx="50159" cy="110160"/>
          </a:xfrm>
          <a:prstGeom prst="rect">
            <a:avLst/>
          </a:prstGeom>
          <a:solidFill>
            <a:srgbClr val="FAC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5" name="Rectangle 194"/>
          <p:cNvSpPr/>
          <p:nvPr/>
        </p:nvSpPr>
        <p:spPr>
          <a:xfrm>
            <a:off x="1415999" y="720000"/>
            <a:ext cx="50159" cy="110160"/>
          </a:xfrm>
          <a:prstGeom prst="rect">
            <a:avLst/>
          </a:prstGeom>
          <a:solidFill>
            <a:srgbClr val="FA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6" name="Rectangle 195"/>
          <p:cNvSpPr/>
          <p:nvPr/>
        </p:nvSpPr>
        <p:spPr>
          <a:xfrm>
            <a:off x="1464000" y="720000"/>
            <a:ext cx="50159" cy="110160"/>
          </a:xfrm>
          <a:prstGeom prst="rect">
            <a:avLst/>
          </a:prstGeom>
          <a:solidFill>
            <a:srgbClr val="FBC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7" name="Rectangle 196"/>
          <p:cNvSpPr/>
          <p:nvPr/>
        </p:nvSpPr>
        <p:spPr>
          <a:xfrm>
            <a:off x="1511999" y="720000"/>
            <a:ext cx="50159" cy="110160"/>
          </a:xfrm>
          <a:prstGeom prst="rect">
            <a:avLst/>
          </a:prstGeom>
          <a:solidFill>
            <a:srgbClr val="FA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8" name="Rectangle 197"/>
          <p:cNvSpPr/>
          <p:nvPr/>
        </p:nvSpPr>
        <p:spPr>
          <a:xfrm>
            <a:off x="1560000" y="720000"/>
            <a:ext cx="50159" cy="110160"/>
          </a:xfrm>
          <a:prstGeom prst="rect">
            <a:avLst/>
          </a:prstGeom>
          <a:solidFill>
            <a:srgbClr val="FAC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9" name="Rectangle 198"/>
          <p:cNvSpPr/>
          <p:nvPr/>
        </p:nvSpPr>
        <p:spPr>
          <a:xfrm>
            <a:off x="1607999" y="720000"/>
            <a:ext cx="50159" cy="110160"/>
          </a:xfrm>
          <a:prstGeom prst="rect">
            <a:avLst/>
          </a:prstGeom>
          <a:solidFill>
            <a:srgbClr val="FA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0" name="Rectangle 199"/>
          <p:cNvSpPr/>
          <p:nvPr/>
        </p:nvSpPr>
        <p:spPr>
          <a:xfrm>
            <a:off x="1655999" y="720000"/>
            <a:ext cx="50159" cy="110160"/>
          </a:xfrm>
          <a:prstGeom prst="rect">
            <a:avLst/>
          </a:prstGeom>
          <a:solidFill>
            <a:srgbClr val="FAB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1" name="Rectangle 200"/>
          <p:cNvSpPr/>
          <p:nvPr/>
        </p:nvSpPr>
        <p:spPr>
          <a:xfrm>
            <a:off x="1703999" y="720000"/>
            <a:ext cx="50159" cy="110160"/>
          </a:xfrm>
          <a:prstGeom prst="rect">
            <a:avLst/>
          </a:prstGeom>
          <a:solidFill>
            <a:srgbClr val="FAB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2" name="Rectangle 201"/>
          <p:cNvSpPr/>
          <p:nvPr/>
        </p:nvSpPr>
        <p:spPr>
          <a:xfrm>
            <a:off x="1751999" y="720000"/>
            <a:ext cx="50159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3" name="Rectangle 202"/>
          <p:cNvSpPr/>
          <p:nvPr/>
        </p:nvSpPr>
        <p:spPr>
          <a:xfrm>
            <a:off x="1799999" y="720000"/>
            <a:ext cx="50159" cy="110160"/>
          </a:xfrm>
          <a:prstGeom prst="rect">
            <a:avLst/>
          </a:prstGeom>
          <a:solidFill>
            <a:srgbClr val="FAB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4" name="Rectangle 203"/>
          <p:cNvSpPr/>
          <p:nvPr/>
        </p:nvSpPr>
        <p:spPr>
          <a:xfrm>
            <a:off x="1847999" y="720000"/>
            <a:ext cx="50159" cy="110160"/>
          </a:xfrm>
          <a:prstGeom prst="rect">
            <a:avLst/>
          </a:prstGeom>
          <a:solidFill>
            <a:srgbClr val="FAB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5" name="Rectangle 204"/>
          <p:cNvSpPr/>
          <p:nvPr/>
        </p:nvSpPr>
        <p:spPr>
          <a:xfrm>
            <a:off x="1895999" y="720000"/>
            <a:ext cx="50159" cy="110160"/>
          </a:xfrm>
          <a:prstGeom prst="rect">
            <a:avLst/>
          </a:prstGeom>
          <a:solidFill>
            <a:srgbClr val="F9B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6" name="Rectangle 205"/>
          <p:cNvSpPr/>
          <p:nvPr/>
        </p:nvSpPr>
        <p:spPr>
          <a:xfrm>
            <a:off x="1943999" y="720000"/>
            <a:ext cx="50159" cy="110160"/>
          </a:xfrm>
          <a:prstGeom prst="rect">
            <a:avLst/>
          </a:prstGeom>
          <a:solidFill>
            <a:srgbClr val="F9B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7" name="Rectangle 206"/>
          <p:cNvSpPr/>
          <p:nvPr/>
        </p:nvSpPr>
        <p:spPr>
          <a:xfrm>
            <a:off x="1992000" y="720000"/>
            <a:ext cx="50159" cy="110160"/>
          </a:xfrm>
          <a:prstGeom prst="rect">
            <a:avLst/>
          </a:prstGeom>
          <a:solidFill>
            <a:srgbClr val="F9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8" name="Rectangle 207"/>
          <p:cNvSpPr/>
          <p:nvPr/>
        </p:nvSpPr>
        <p:spPr>
          <a:xfrm>
            <a:off x="2039999" y="720000"/>
            <a:ext cx="50159" cy="110160"/>
          </a:xfrm>
          <a:prstGeom prst="rect">
            <a:avLst/>
          </a:prstGeom>
          <a:solidFill>
            <a:srgbClr val="F6A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6000" y="842400"/>
            <a:ext cx="4392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Cutting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04000" y="827999"/>
            <a:ext cx="50159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1" name="Rectangle 210"/>
          <p:cNvSpPr/>
          <p:nvPr/>
        </p:nvSpPr>
        <p:spPr>
          <a:xfrm>
            <a:off x="552000" y="827999"/>
            <a:ext cx="50159" cy="110160"/>
          </a:xfrm>
          <a:prstGeom prst="rect">
            <a:avLst/>
          </a:prstGeom>
          <a:solidFill>
            <a:srgbClr val="FEE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2" name="Rectangle 211"/>
          <p:cNvSpPr/>
          <p:nvPr/>
        </p:nvSpPr>
        <p:spPr>
          <a:xfrm>
            <a:off x="600000" y="827999"/>
            <a:ext cx="50159" cy="110160"/>
          </a:xfrm>
          <a:prstGeom prst="rect">
            <a:avLst/>
          </a:prstGeom>
          <a:solidFill>
            <a:srgbClr val="FEE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3" name="Rectangle 212"/>
          <p:cNvSpPr/>
          <p:nvPr/>
        </p:nvSpPr>
        <p:spPr>
          <a:xfrm>
            <a:off x="648000" y="827999"/>
            <a:ext cx="50159" cy="110160"/>
          </a:xfrm>
          <a:prstGeom prst="rect">
            <a:avLst/>
          </a:prstGeom>
          <a:solidFill>
            <a:srgbClr val="F9B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4" name="Rectangle 213"/>
          <p:cNvSpPr/>
          <p:nvPr/>
        </p:nvSpPr>
        <p:spPr>
          <a:xfrm>
            <a:off x="696000" y="827999"/>
            <a:ext cx="50159" cy="110160"/>
          </a:xfrm>
          <a:prstGeom prst="rect">
            <a:avLst/>
          </a:prstGeom>
          <a:solidFill>
            <a:srgbClr val="8C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5" name="Rectangle 214"/>
          <p:cNvSpPr/>
          <p:nvPr/>
        </p:nvSpPr>
        <p:spPr>
          <a:xfrm>
            <a:off x="743999" y="827999"/>
            <a:ext cx="50159" cy="110160"/>
          </a:xfrm>
          <a:prstGeom prst="rect">
            <a:avLst/>
          </a:prstGeom>
          <a:solidFill>
            <a:srgbClr val="8C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6" name="Rectangle 215"/>
          <p:cNvSpPr/>
          <p:nvPr/>
        </p:nvSpPr>
        <p:spPr>
          <a:xfrm>
            <a:off x="792000" y="827999"/>
            <a:ext cx="50159" cy="110160"/>
          </a:xfrm>
          <a:prstGeom prst="rect">
            <a:avLst/>
          </a:prstGeom>
          <a:solidFill>
            <a:srgbClr val="A12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7" name="Rectangle 216"/>
          <p:cNvSpPr/>
          <p:nvPr/>
        </p:nvSpPr>
        <p:spPr>
          <a:xfrm>
            <a:off x="839999" y="827999"/>
            <a:ext cx="50159" cy="110160"/>
          </a:xfrm>
          <a:prstGeom prst="rect">
            <a:avLst/>
          </a:prstGeom>
          <a:solidFill>
            <a:srgbClr val="BE4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8" name="Rectangle 217"/>
          <p:cNvSpPr/>
          <p:nvPr/>
        </p:nvSpPr>
        <p:spPr>
          <a:xfrm>
            <a:off x="888000" y="827999"/>
            <a:ext cx="50159" cy="110160"/>
          </a:xfrm>
          <a:prstGeom prst="rect">
            <a:avLst/>
          </a:prstGeom>
          <a:solidFill>
            <a:srgbClr val="DC5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9" name="Rectangle 218"/>
          <p:cNvSpPr/>
          <p:nvPr/>
        </p:nvSpPr>
        <p:spPr>
          <a:xfrm>
            <a:off x="935999" y="827999"/>
            <a:ext cx="50159" cy="110160"/>
          </a:xfrm>
          <a:prstGeom prst="rect">
            <a:avLst/>
          </a:prstGeom>
          <a:solidFill>
            <a:srgbClr val="E76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0" name="Rectangle 219"/>
          <p:cNvSpPr/>
          <p:nvPr/>
        </p:nvSpPr>
        <p:spPr>
          <a:xfrm>
            <a:off x="984000" y="827999"/>
            <a:ext cx="50159" cy="110160"/>
          </a:xfrm>
          <a:prstGeom prst="rect">
            <a:avLst/>
          </a:prstGeom>
          <a:solidFill>
            <a:srgbClr val="EB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1" name="Rectangle 220"/>
          <p:cNvSpPr/>
          <p:nvPr/>
        </p:nvSpPr>
        <p:spPr>
          <a:xfrm>
            <a:off x="1031999" y="827999"/>
            <a:ext cx="50159" cy="110160"/>
          </a:xfrm>
          <a:prstGeom prst="rect">
            <a:avLst/>
          </a:prstGeom>
          <a:solidFill>
            <a:srgbClr val="F17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2" name="Rectangle 221"/>
          <p:cNvSpPr/>
          <p:nvPr/>
        </p:nvSpPr>
        <p:spPr>
          <a:xfrm>
            <a:off x="1080000" y="827999"/>
            <a:ext cx="50159" cy="110160"/>
          </a:xfrm>
          <a:prstGeom prst="rect">
            <a:avLst/>
          </a:prstGeom>
          <a:solidFill>
            <a:srgbClr val="F27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3" name="Rectangle 222"/>
          <p:cNvSpPr/>
          <p:nvPr/>
        </p:nvSpPr>
        <p:spPr>
          <a:xfrm>
            <a:off x="1127999" y="827999"/>
            <a:ext cx="50159" cy="110160"/>
          </a:xfrm>
          <a:prstGeom prst="rect">
            <a:avLst/>
          </a:prstGeom>
          <a:solidFill>
            <a:srgbClr val="F4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4" name="Rectangle 223"/>
          <p:cNvSpPr/>
          <p:nvPr/>
        </p:nvSpPr>
        <p:spPr>
          <a:xfrm>
            <a:off x="1176000" y="827999"/>
            <a:ext cx="50159" cy="110160"/>
          </a:xfrm>
          <a:prstGeom prst="rect">
            <a:avLst/>
          </a:prstGeom>
          <a:solidFill>
            <a:srgbClr val="F59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5" name="Rectangle 224"/>
          <p:cNvSpPr/>
          <p:nvPr/>
        </p:nvSpPr>
        <p:spPr>
          <a:xfrm>
            <a:off x="1223999" y="827999"/>
            <a:ext cx="50159" cy="110160"/>
          </a:xfrm>
          <a:prstGeom prst="rect">
            <a:avLst/>
          </a:prstGeom>
          <a:solidFill>
            <a:srgbClr val="F8A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6" name="Rectangle 225"/>
          <p:cNvSpPr/>
          <p:nvPr/>
        </p:nvSpPr>
        <p:spPr>
          <a:xfrm>
            <a:off x="1272000" y="827999"/>
            <a:ext cx="50159" cy="110160"/>
          </a:xfrm>
          <a:prstGeom prst="rect">
            <a:avLst/>
          </a:prstGeom>
          <a:solidFill>
            <a:srgbClr val="F8B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7" name="Rectangle 226"/>
          <p:cNvSpPr/>
          <p:nvPr/>
        </p:nvSpPr>
        <p:spPr>
          <a:xfrm>
            <a:off x="1319999" y="827999"/>
            <a:ext cx="50159" cy="110160"/>
          </a:xfrm>
          <a:prstGeom prst="rect">
            <a:avLst/>
          </a:prstGeom>
          <a:solidFill>
            <a:srgbClr val="F9B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8" name="Rectangle 227"/>
          <p:cNvSpPr/>
          <p:nvPr/>
        </p:nvSpPr>
        <p:spPr>
          <a:xfrm>
            <a:off x="1368000" y="827999"/>
            <a:ext cx="50159" cy="110160"/>
          </a:xfrm>
          <a:prstGeom prst="rect">
            <a:avLst/>
          </a:prstGeom>
          <a:solidFill>
            <a:srgbClr val="FA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9" name="Rectangle 228"/>
          <p:cNvSpPr/>
          <p:nvPr/>
        </p:nvSpPr>
        <p:spPr>
          <a:xfrm>
            <a:off x="1415999" y="827999"/>
            <a:ext cx="50159" cy="110160"/>
          </a:xfrm>
          <a:prstGeom prst="rect">
            <a:avLst/>
          </a:prstGeom>
          <a:solidFill>
            <a:srgbClr val="FAC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0" name="Rectangle 229"/>
          <p:cNvSpPr/>
          <p:nvPr/>
        </p:nvSpPr>
        <p:spPr>
          <a:xfrm>
            <a:off x="1464000" y="827999"/>
            <a:ext cx="50159" cy="110160"/>
          </a:xfrm>
          <a:prstGeom prst="rect">
            <a:avLst/>
          </a:prstGeom>
          <a:solidFill>
            <a:srgbClr val="FB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1" name="Rectangle 230"/>
          <p:cNvSpPr/>
          <p:nvPr/>
        </p:nvSpPr>
        <p:spPr>
          <a:xfrm>
            <a:off x="1511999" y="827999"/>
            <a:ext cx="50159" cy="110160"/>
          </a:xfrm>
          <a:prstGeom prst="rect">
            <a:avLst/>
          </a:prstGeom>
          <a:solidFill>
            <a:srgbClr val="FB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2" name="Rectangle 231"/>
          <p:cNvSpPr/>
          <p:nvPr/>
        </p:nvSpPr>
        <p:spPr>
          <a:xfrm>
            <a:off x="1560000" y="827999"/>
            <a:ext cx="50159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3" name="Rectangle 232"/>
          <p:cNvSpPr/>
          <p:nvPr/>
        </p:nvSpPr>
        <p:spPr>
          <a:xfrm>
            <a:off x="1607999" y="827999"/>
            <a:ext cx="50159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4" name="Rectangle 233"/>
          <p:cNvSpPr/>
          <p:nvPr/>
        </p:nvSpPr>
        <p:spPr>
          <a:xfrm>
            <a:off x="1655999" y="827999"/>
            <a:ext cx="50159" cy="110160"/>
          </a:xfrm>
          <a:prstGeom prst="rect">
            <a:avLst/>
          </a:prstGeom>
          <a:solidFill>
            <a:srgbClr val="FB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5" name="Rectangle 234"/>
          <p:cNvSpPr/>
          <p:nvPr/>
        </p:nvSpPr>
        <p:spPr>
          <a:xfrm>
            <a:off x="1703999" y="827999"/>
            <a:ext cx="50159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6" name="Rectangle 235"/>
          <p:cNvSpPr/>
          <p:nvPr/>
        </p:nvSpPr>
        <p:spPr>
          <a:xfrm>
            <a:off x="1751999" y="827999"/>
            <a:ext cx="50159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7" name="Rectangle 236"/>
          <p:cNvSpPr/>
          <p:nvPr/>
        </p:nvSpPr>
        <p:spPr>
          <a:xfrm>
            <a:off x="1799999" y="827999"/>
            <a:ext cx="50159" cy="110160"/>
          </a:xfrm>
          <a:prstGeom prst="rect">
            <a:avLst/>
          </a:prstGeom>
          <a:solidFill>
            <a:srgbClr val="FBC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8" name="Rectangle 237"/>
          <p:cNvSpPr/>
          <p:nvPr/>
        </p:nvSpPr>
        <p:spPr>
          <a:xfrm>
            <a:off x="1847999" y="827999"/>
            <a:ext cx="50159" cy="110160"/>
          </a:xfrm>
          <a:prstGeom prst="rect">
            <a:avLst/>
          </a:prstGeom>
          <a:solidFill>
            <a:srgbClr val="FBC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9" name="Rectangle 238"/>
          <p:cNvSpPr/>
          <p:nvPr/>
        </p:nvSpPr>
        <p:spPr>
          <a:xfrm>
            <a:off x="1895999" y="827999"/>
            <a:ext cx="50159" cy="110160"/>
          </a:xfrm>
          <a:prstGeom prst="rect">
            <a:avLst/>
          </a:prstGeom>
          <a:solidFill>
            <a:srgbClr val="FBC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0" name="Rectangle 239"/>
          <p:cNvSpPr/>
          <p:nvPr/>
        </p:nvSpPr>
        <p:spPr>
          <a:xfrm>
            <a:off x="1943999" y="827999"/>
            <a:ext cx="50159" cy="110160"/>
          </a:xfrm>
          <a:prstGeom prst="rect">
            <a:avLst/>
          </a:prstGeom>
          <a:solidFill>
            <a:srgbClr val="FBC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1" name="Rectangle 240"/>
          <p:cNvSpPr/>
          <p:nvPr/>
        </p:nvSpPr>
        <p:spPr>
          <a:xfrm>
            <a:off x="1992000" y="827999"/>
            <a:ext cx="50159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2" name="Rectangle 241"/>
          <p:cNvSpPr/>
          <p:nvPr/>
        </p:nvSpPr>
        <p:spPr>
          <a:xfrm>
            <a:off x="2039999" y="827999"/>
            <a:ext cx="50159" cy="110160"/>
          </a:xfrm>
          <a:prstGeom prst="rect">
            <a:avLst/>
          </a:prstGeom>
          <a:solidFill>
            <a:srgbClr val="F8A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6000" y="950400"/>
            <a:ext cx="4392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Knowledge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04000" y="936000"/>
            <a:ext cx="50159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5" name="Rectangle 244"/>
          <p:cNvSpPr/>
          <p:nvPr/>
        </p:nvSpPr>
        <p:spPr>
          <a:xfrm>
            <a:off x="552000" y="936000"/>
            <a:ext cx="50159" cy="110160"/>
          </a:xfrm>
          <a:prstGeom prst="rect">
            <a:avLst/>
          </a:prstGeom>
          <a:solidFill>
            <a:srgbClr val="FEE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6" name="Rectangle 245"/>
          <p:cNvSpPr/>
          <p:nvPr/>
        </p:nvSpPr>
        <p:spPr>
          <a:xfrm>
            <a:off x="600000" y="936000"/>
            <a:ext cx="50159" cy="110160"/>
          </a:xfrm>
          <a:prstGeom prst="rect">
            <a:avLst/>
          </a:prstGeom>
          <a:solidFill>
            <a:srgbClr val="FEE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7" name="Rectangle 246"/>
          <p:cNvSpPr/>
          <p:nvPr/>
        </p:nvSpPr>
        <p:spPr>
          <a:xfrm>
            <a:off x="648000" y="936000"/>
            <a:ext cx="50159" cy="110160"/>
          </a:xfrm>
          <a:prstGeom prst="rect">
            <a:avLst/>
          </a:prstGeom>
          <a:solidFill>
            <a:srgbClr val="F7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8" name="Rectangle 247"/>
          <p:cNvSpPr/>
          <p:nvPr/>
        </p:nvSpPr>
        <p:spPr>
          <a:xfrm>
            <a:off x="696000" y="936000"/>
            <a:ext cx="50159" cy="110160"/>
          </a:xfrm>
          <a:prstGeom prst="rect">
            <a:avLst/>
          </a:prstGeom>
          <a:solidFill>
            <a:srgbClr val="8C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9" name="Rectangle 248"/>
          <p:cNvSpPr/>
          <p:nvPr/>
        </p:nvSpPr>
        <p:spPr>
          <a:xfrm>
            <a:off x="743999" y="936000"/>
            <a:ext cx="50159" cy="110160"/>
          </a:xfrm>
          <a:prstGeom prst="rect">
            <a:avLst/>
          </a:prstGeom>
          <a:solidFill>
            <a:srgbClr val="8C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0" name="Rectangle 249"/>
          <p:cNvSpPr/>
          <p:nvPr/>
        </p:nvSpPr>
        <p:spPr>
          <a:xfrm>
            <a:off x="792000" y="936000"/>
            <a:ext cx="50159" cy="110160"/>
          </a:xfrm>
          <a:prstGeom prst="rect">
            <a:avLst/>
          </a:prstGeom>
          <a:solidFill>
            <a:srgbClr val="AE3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1" name="Rectangle 250"/>
          <p:cNvSpPr/>
          <p:nvPr/>
        </p:nvSpPr>
        <p:spPr>
          <a:xfrm>
            <a:off x="839999" y="936000"/>
            <a:ext cx="50159" cy="110160"/>
          </a:xfrm>
          <a:prstGeom prst="rect">
            <a:avLst/>
          </a:prstGeom>
          <a:solidFill>
            <a:srgbClr val="CC4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2" name="Rectangle 251"/>
          <p:cNvSpPr/>
          <p:nvPr/>
        </p:nvSpPr>
        <p:spPr>
          <a:xfrm>
            <a:off x="888000" y="936000"/>
            <a:ext cx="50159" cy="110160"/>
          </a:xfrm>
          <a:prstGeom prst="rect">
            <a:avLst/>
          </a:prstGeom>
          <a:solidFill>
            <a:srgbClr val="E16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3" name="Rectangle 252"/>
          <p:cNvSpPr/>
          <p:nvPr/>
        </p:nvSpPr>
        <p:spPr>
          <a:xfrm>
            <a:off x="935999" y="936000"/>
            <a:ext cx="50159" cy="110160"/>
          </a:xfrm>
          <a:prstGeom prst="rect">
            <a:avLst/>
          </a:prstGeom>
          <a:solidFill>
            <a:srgbClr val="F0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4" name="Rectangle 253"/>
          <p:cNvSpPr/>
          <p:nvPr/>
        </p:nvSpPr>
        <p:spPr>
          <a:xfrm>
            <a:off x="984000" y="936000"/>
            <a:ext cx="50159" cy="110160"/>
          </a:xfrm>
          <a:prstGeom prst="rect">
            <a:avLst/>
          </a:prstGeom>
          <a:solidFill>
            <a:srgbClr val="F07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5" name="Rectangle 254"/>
          <p:cNvSpPr/>
          <p:nvPr/>
        </p:nvSpPr>
        <p:spPr>
          <a:xfrm>
            <a:off x="1031999" y="936000"/>
            <a:ext cx="50159" cy="110160"/>
          </a:xfrm>
          <a:prstGeom prst="rect">
            <a:avLst/>
          </a:prstGeom>
          <a:solidFill>
            <a:srgbClr val="F17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6" name="Rectangle 255"/>
          <p:cNvSpPr/>
          <p:nvPr/>
        </p:nvSpPr>
        <p:spPr>
          <a:xfrm>
            <a:off x="1080000" y="936000"/>
            <a:ext cx="50159" cy="110160"/>
          </a:xfrm>
          <a:prstGeom prst="rect">
            <a:avLst/>
          </a:prstGeom>
          <a:solidFill>
            <a:srgbClr val="F28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7" name="Rectangle 256"/>
          <p:cNvSpPr/>
          <p:nvPr/>
        </p:nvSpPr>
        <p:spPr>
          <a:xfrm>
            <a:off x="1127999" y="936000"/>
            <a:ext cx="50159" cy="110160"/>
          </a:xfrm>
          <a:prstGeom prst="rect">
            <a:avLst/>
          </a:prstGeom>
          <a:solidFill>
            <a:srgbClr val="F4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8" name="Rectangle 257"/>
          <p:cNvSpPr/>
          <p:nvPr/>
        </p:nvSpPr>
        <p:spPr>
          <a:xfrm>
            <a:off x="1176000" y="936000"/>
            <a:ext cx="50159" cy="110160"/>
          </a:xfrm>
          <a:prstGeom prst="rect">
            <a:avLst/>
          </a:prstGeom>
          <a:solidFill>
            <a:srgbClr val="F69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9" name="Rectangle 258"/>
          <p:cNvSpPr/>
          <p:nvPr/>
        </p:nvSpPr>
        <p:spPr>
          <a:xfrm>
            <a:off x="1223999" y="936000"/>
            <a:ext cx="50159" cy="110160"/>
          </a:xfrm>
          <a:prstGeom prst="rect">
            <a:avLst/>
          </a:prstGeom>
          <a:solidFill>
            <a:srgbClr val="F7A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0" name="Rectangle 259"/>
          <p:cNvSpPr/>
          <p:nvPr/>
        </p:nvSpPr>
        <p:spPr>
          <a:xfrm>
            <a:off x="1272000" y="936000"/>
            <a:ext cx="50159" cy="110160"/>
          </a:xfrm>
          <a:prstGeom prst="rect">
            <a:avLst/>
          </a:prstGeom>
          <a:solidFill>
            <a:srgbClr val="F8B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1" name="Rectangle 260"/>
          <p:cNvSpPr/>
          <p:nvPr/>
        </p:nvSpPr>
        <p:spPr>
          <a:xfrm>
            <a:off x="1319999" y="936000"/>
            <a:ext cx="50159" cy="110160"/>
          </a:xfrm>
          <a:prstGeom prst="rect">
            <a:avLst/>
          </a:prstGeom>
          <a:solidFill>
            <a:srgbClr val="F9B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2" name="Rectangle 261"/>
          <p:cNvSpPr/>
          <p:nvPr/>
        </p:nvSpPr>
        <p:spPr>
          <a:xfrm>
            <a:off x="1368000" y="936000"/>
            <a:ext cx="50159" cy="110160"/>
          </a:xfrm>
          <a:prstGeom prst="rect">
            <a:avLst/>
          </a:prstGeom>
          <a:solidFill>
            <a:srgbClr val="FAC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3" name="Rectangle 262"/>
          <p:cNvSpPr/>
          <p:nvPr/>
        </p:nvSpPr>
        <p:spPr>
          <a:xfrm>
            <a:off x="1415999" y="936000"/>
            <a:ext cx="50159" cy="110160"/>
          </a:xfrm>
          <a:prstGeom prst="rect">
            <a:avLst/>
          </a:prstGeom>
          <a:solidFill>
            <a:srgbClr val="FA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4" name="Rectangle 263"/>
          <p:cNvSpPr/>
          <p:nvPr/>
        </p:nvSpPr>
        <p:spPr>
          <a:xfrm>
            <a:off x="1464000" y="936000"/>
            <a:ext cx="50159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5" name="Rectangle 264"/>
          <p:cNvSpPr/>
          <p:nvPr/>
        </p:nvSpPr>
        <p:spPr>
          <a:xfrm>
            <a:off x="1511999" y="936000"/>
            <a:ext cx="50159" cy="110160"/>
          </a:xfrm>
          <a:prstGeom prst="rect">
            <a:avLst/>
          </a:prstGeom>
          <a:solidFill>
            <a:srgbClr val="FBC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6" name="Rectangle 265"/>
          <p:cNvSpPr/>
          <p:nvPr/>
        </p:nvSpPr>
        <p:spPr>
          <a:xfrm>
            <a:off x="1560000" y="936000"/>
            <a:ext cx="50159" cy="110160"/>
          </a:xfrm>
          <a:prstGeom prst="rect">
            <a:avLst/>
          </a:prstGeom>
          <a:solidFill>
            <a:srgbClr val="FBC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7" name="Rectangle 266"/>
          <p:cNvSpPr/>
          <p:nvPr/>
        </p:nvSpPr>
        <p:spPr>
          <a:xfrm>
            <a:off x="1607999" y="936000"/>
            <a:ext cx="50159" cy="110160"/>
          </a:xfrm>
          <a:prstGeom prst="rect">
            <a:avLst/>
          </a:prstGeom>
          <a:solidFill>
            <a:srgbClr val="FBC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8" name="Rectangle 267"/>
          <p:cNvSpPr/>
          <p:nvPr/>
        </p:nvSpPr>
        <p:spPr>
          <a:xfrm>
            <a:off x="1655999" y="936000"/>
            <a:ext cx="50159" cy="110160"/>
          </a:xfrm>
          <a:prstGeom prst="rect">
            <a:avLst/>
          </a:prstGeom>
          <a:solidFill>
            <a:srgbClr val="FBC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9" name="Rectangle 268"/>
          <p:cNvSpPr/>
          <p:nvPr/>
        </p:nvSpPr>
        <p:spPr>
          <a:xfrm>
            <a:off x="1703999" y="936000"/>
            <a:ext cx="50159" cy="110160"/>
          </a:xfrm>
          <a:prstGeom prst="rect">
            <a:avLst/>
          </a:prstGeom>
          <a:solidFill>
            <a:srgbClr val="FBC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0" name="Rectangle 269"/>
          <p:cNvSpPr/>
          <p:nvPr/>
        </p:nvSpPr>
        <p:spPr>
          <a:xfrm>
            <a:off x="1751999" y="936000"/>
            <a:ext cx="50159" cy="110160"/>
          </a:xfrm>
          <a:prstGeom prst="rect">
            <a:avLst/>
          </a:prstGeom>
          <a:solidFill>
            <a:srgbClr val="FC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1" name="Rectangle 270"/>
          <p:cNvSpPr/>
          <p:nvPr/>
        </p:nvSpPr>
        <p:spPr>
          <a:xfrm>
            <a:off x="1799999" y="936000"/>
            <a:ext cx="50159" cy="110160"/>
          </a:xfrm>
          <a:prstGeom prst="rect">
            <a:avLst/>
          </a:prstGeom>
          <a:solidFill>
            <a:srgbClr val="FCC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2" name="Rectangle 271"/>
          <p:cNvSpPr/>
          <p:nvPr/>
        </p:nvSpPr>
        <p:spPr>
          <a:xfrm>
            <a:off x="1847999" y="936000"/>
            <a:ext cx="50159" cy="110160"/>
          </a:xfrm>
          <a:prstGeom prst="rect">
            <a:avLst/>
          </a:prstGeom>
          <a:solidFill>
            <a:srgbClr val="FCC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3" name="Rectangle 272"/>
          <p:cNvSpPr/>
          <p:nvPr/>
        </p:nvSpPr>
        <p:spPr>
          <a:xfrm>
            <a:off x="1895999" y="936000"/>
            <a:ext cx="50159" cy="110160"/>
          </a:xfrm>
          <a:prstGeom prst="rect">
            <a:avLst/>
          </a:prstGeom>
          <a:solidFill>
            <a:srgbClr val="FC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4" name="Rectangle 273"/>
          <p:cNvSpPr/>
          <p:nvPr/>
        </p:nvSpPr>
        <p:spPr>
          <a:xfrm>
            <a:off x="1943999" y="936000"/>
            <a:ext cx="50159" cy="110160"/>
          </a:xfrm>
          <a:prstGeom prst="rect">
            <a:avLst/>
          </a:prstGeom>
          <a:solidFill>
            <a:srgbClr val="FCD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5" name="Rectangle 274"/>
          <p:cNvSpPr/>
          <p:nvPr/>
        </p:nvSpPr>
        <p:spPr>
          <a:xfrm>
            <a:off x="1992000" y="936000"/>
            <a:ext cx="50159" cy="110160"/>
          </a:xfrm>
          <a:prstGeom prst="rect">
            <a:avLst/>
          </a:prstGeom>
          <a:solidFill>
            <a:srgbClr val="FC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6" name="Rectangle 275"/>
          <p:cNvSpPr/>
          <p:nvPr/>
        </p:nvSpPr>
        <p:spPr>
          <a:xfrm>
            <a:off x="2039999" y="936000"/>
            <a:ext cx="50159" cy="110160"/>
          </a:xfrm>
          <a:prstGeom prst="rect">
            <a:avLst/>
          </a:prstGeom>
          <a:solidFill>
            <a:srgbClr val="F8B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36000" y="1058400"/>
            <a:ext cx="4392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rest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504000" y="1044000"/>
            <a:ext cx="50159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9" name="Rectangle 278"/>
          <p:cNvSpPr/>
          <p:nvPr/>
        </p:nvSpPr>
        <p:spPr>
          <a:xfrm>
            <a:off x="552000" y="1044000"/>
            <a:ext cx="50159" cy="110160"/>
          </a:xfrm>
          <a:prstGeom prst="rect">
            <a:avLst/>
          </a:prstGeom>
          <a:solidFill>
            <a:srgbClr val="FEE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0" name="Rectangle 279"/>
          <p:cNvSpPr/>
          <p:nvPr/>
        </p:nvSpPr>
        <p:spPr>
          <a:xfrm>
            <a:off x="600000" y="1044000"/>
            <a:ext cx="50159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1" name="Rectangle 280"/>
          <p:cNvSpPr/>
          <p:nvPr/>
        </p:nvSpPr>
        <p:spPr>
          <a:xfrm>
            <a:off x="648000" y="1044000"/>
            <a:ext cx="50159" cy="110160"/>
          </a:xfrm>
          <a:prstGeom prst="rect">
            <a:avLst/>
          </a:prstGeom>
          <a:solidFill>
            <a:srgbClr val="F7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2" name="Rectangle 281"/>
          <p:cNvSpPr/>
          <p:nvPr/>
        </p:nvSpPr>
        <p:spPr>
          <a:xfrm>
            <a:off x="696000" y="1044000"/>
            <a:ext cx="50159" cy="110160"/>
          </a:xfrm>
          <a:prstGeom prst="rect">
            <a:avLst/>
          </a:prstGeom>
          <a:solidFill>
            <a:srgbClr val="B83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3" name="Rectangle 282"/>
          <p:cNvSpPr/>
          <p:nvPr/>
        </p:nvSpPr>
        <p:spPr>
          <a:xfrm>
            <a:off x="743999" y="1044000"/>
            <a:ext cx="50159" cy="110160"/>
          </a:xfrm>
          <a:prstGeom prst="rect">
            <a:avLst/>
          </a:prstGeom>
          <a:solidFill>
            <a:srgbClr val="E16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4" name="Rectangle 283"/>
          <p:cNvSpPr/>
          <p:nvPr/>
        </p:nvSpPr>
        <p:spPr>
          <a:xfrm>
            <a:off x="792000" y="1044000"/>
            <a:ext cx="50159" cy="110160"/>
          </a:xfrm>
          <a:prstGeom prst="rect">
            <a:avLst/>
          </a:prstGeom>
          <a:solidFill>
            <a:srgbClr val="F27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5" name="Rectangle 284"/>
          <p:cNvSpPr/>
          <p:nvPr/>
        </p:nvSpPr>
        <p:spPr>
          <a:xfrm>
            <a:off x="839999" y="1044000"/>
            <a:ext cx="50159" cy="110160"/>
          </a:xfrm>
          <a:prstGeom prst="rect">
            <a:avLst/>
          </a:prstGeom>
          <a:solidFill>
            <a:srgbClr val="F49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6" name="Rectangle 285"/>
          <p:cNvSpPr/>
          <p:nvPr/>
        </p:nvSpPr>
        <p:spPr>
          <a:xfrm>
            <a:off x="888000" y="1044000"/>
            <a:ext cx="50159" cy="110160"/>
          </a:xfrm>
          <a:prstGeom prst="rect">
            <a:avLst/>
          </a:prstGeom>
          <a:solidFill>
            <a:srgbClr val="F6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7" name="Rectangle 286"/>
          <p:cNvSpPr/>
          <p:nvPr/>
        </p:nvSpPr>
        <p:spPr>
          <a:xfrm>
            <a:off x="935999" y="1044000"/>
            <a:ext cx="50159" cy="110160"/>
          </a:xfrm>
          <a:prstGeom prst="rect">
            <a:avLst/>
          </a:prstGeom>
          <a:solidFill>
            <a:srgbClr val="F8A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8" name="Rectangle 287"/>
          <p:cNvSpPr/>
          <p:nvPr/>
        </p:nvSpPr>
        <p:spPr>
          <a:xfrm>
            <a:off x="984000" y="1044000"/>
            <a:ext cx="50159" cy="110160"/>
          </a:xfrm>
          <a:prstGeom prst="rect">
            <a:avLst/>
          </a:prstGeom>
          <a:solidFill>
            <a:srgbClr val="F8B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9" name="Rectangle 288"/>
          <p:cNvSpPr/>
          <p:nvPr/>
        </p:nvSpPr>
        <p:spPr>
          <a:xfrm>
            <a:off x="1031999" y="1044000"/>
            <a:ext cx="50159" cy="110160"/>
          </a:xfrm>
          <a:prstGeom prst="rect">
            <a:avLst/>
          </a:prstGeom>
          <a:solidFill>
            <a:srgbClr val="F9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0" name="Rectangle 289"/>
          <p:cNvSpPr/>
          <p:nvPr/>
        </p:nvSpPr>
        <p:spPr>
          <a:xfrm>
            <a:off x="1080000" y="1044000"/>
            <a:ext cx="50159" cy="110160"/>
          </a:xfrm>
          <a:prstGeom prst="rect">
            <a:avLst/>
          </a:prstGeom>
          <a:solidFill>
            <a:srgbClr val="F9B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1" name="Rectangle 290"/>
          <p:cNvSpPr/>
          <p:nvPr/>
        </p:nvSpPr>
        <p:spPr>
          <a:xfrm>
            <a:off x="1127999" y="1044000"/>
            <a:ext cx="50159" cy="110160"/>
          </a:xfrm>
          <a:prstGeom prst="rect">
            <a:avLst/>
          </a:prstGeom>
          <a:solidFill>
            <a:srgbClr val="FAB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2" name="Rectangle 291"/>
          <p:cNvSpPr/>
          <p:nvPr/>
        </p:nvSpPr>
        <p:spPr>
          <a:xfrm>
            <a:off x="1176000" y="1044000"/>
            <a:ext cx="50159" cy="110160"/>
          </a:xfrm>
          <a:prstGeom prst="rect">
            <a:avLst/>
          </a:prstGeom>
          <a:solidFill>
            <a:srgbClr val="FA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3" name="Rectangle 292"/>
          <p:cNvSpPr/>
          <p:nvPr/>
        </p:nvSpPr>
        <p:spPr>
          <a:xfrm>
            <a:off x="1223999" y="1044000"/>
            <a:ext cx="50159" cy="110160"/>
          </a:xfrm>
          <a:prstGeom prst="rect">
            <a:avLst/>
          </a:prstGeom>
          <a:solidFill>
            <a:srgbClr val="FAC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4" name="Rectangle 293"/>
          <p:cNvSpPr/>
          <p:nvPr/>
        </p:nvSpPr>
        <p:spPr>
          <a:xfrm>
            <a:off x="1272000" y="1044000"/>
            <a:ext cx="50159" cy="110160"/>
          </a:xfrm>
          <a:prstGeom prst="rect">
            <a:avLst/>
          </a:prstGeom>
          <a:solidFill>
            <a:srgbClr val="FAB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5" name="Rectangle 294"/>
          <p:cNvSpPr/>
          <p:nvPr/>
        </p:nvSpPr>
        <p:spPr>
          <a:xfrm>
            <a:off x="1319999" y="1044000"/>
            <a:ext cx="50159" cy="110160"/>
          </a:xfrm>
          <a:prstGeom prst="rect">
            <a:avLst/>
          </a:prstGeom>
          <a:solidFill>
            <a:srgbClr val="FAC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6" name="Rectangle 295"/>
          <p:cNvSpPr/>
          <p:nvPr/>
        </p:nvSpPr>
        <p:spPr>
          <a:xfrm>
            <a:off x="1368000" y="1044000"/>
            <a:ext cx="50159" cy="110160"/>
          </a:xfrm>
          <a:prstGeom prst="rect">
            <a:avLst/>
          </a:prstGeom>
          <a:solidFill>
            <a:srgbClr val="FAC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7" name="Rectangle 296"/>
          <p:cNvSpPr/>
          <p:nvPr/>
        </p:nvSpPr>
        <p:spPr>
          <a:xfrm>
            <a:off x="1415999" y="1044000"/>
            <a:ext cx="50159" cy="110160"/>
          </a:xfrm>
          <a:prstGeom prst="rect">
            <a:avLst/>
          </a:prstGeom>
          <a:solidFill>
            <a:srgbClr val="FAC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8" name="Rectangle 297"/>
          <p:cNvSpPr/>
          <p:nvPr/>
        </p:nvSpPr>
        <p:spPr>
          <a:xfrm>
            <a:off x="1464000" y="1044000"/>
            <a:ext cx="50159" cy="110160"/>
          </a:xfrm>
          <a:prstGeom prst="rect">
            <a:avLst/>
          </a:prstGeom>
          <a:solidFill>
            <a:srgbClr val="FA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9" name="Rectangle 298"/>
          <p:cNvSpPr/>
          <p:nvPr/>
        </p:nvSpPr>
        <p:spPr>
          <a:xfrm>
            <a:off x="1511999" y="1044000"/>
            <a:ext cx="50159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0" name="Rectangle 299"/>
          <p:cNvSpPr/>
          <p:nvPr/>
        </p:nvSpPr>
        <p:spPr>
          <a:xfrm>
            <a:off x="1560000" y="1044000"/>
            <a:ext cx="50159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1" name="Rectangle 300"/>
          <p:cNvSpPr/>
          <p:nvPr/>
        </p:nvSpPr>
        <p:spPr>
          <a:xfrm>
            <a:off x="1607999" y="1044000"/>
            <a:ext cx="50159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2" name="Rectangle 301"/>
          <p:cNvSpPr/>
          <p:nvPr/>
        </p:nvSpPr>
        <p:spPr>
          <a:xfrm>
            <a:off x="1655999" y="1044000"/>
            <a:ext cx="50159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3" name="Rectangle 302"/>
          <p:cNvSpPr/>
          <p:nvPr/>
        </p:nvSpPr>
        <p:spPr>
          <a:xfrm>
            <a:off x="1703999" y="1044000"/>
            <a:ext cx="50159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4" name="Rectangle 303"/>
          <p:cNvSpPr/>
          <p:nvPr/>
        </p:nvSpPr>
        <p:spPr>
          <a:xfrm>
            <a:off x="1751999" y="1044000"/>
            <a:ext cx="50159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5" name="Rectangle 304"/>
          <p:cNvSpPr/>
          <p:nvPr/>
        </p:nvSpPr>
        <p:spPr>
          <a:xfrm>
            <a:off x="1799999" y="1044000"/>
            <a:ext cx="50159" cy="110160"/>
          </a:xfrm>
          <a:prstGeom prst="rect">
            <a:avLst/>
          </a:prstGeom>
          <a:solidFill>
            <a:srgbClr val="FAB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6" name="Rectangle 305"/>
          <p:cNvSpPr/>
          <p:nvPr/>
        </p:nvSpPr>
        <p:spPr>
          <a:xfrm>
            <a:off x="1847999" y="1044000"/>
            <a:ext cx="50159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7" name="Rectangle 306"/>
          <p:cNvSpPr/>
          <p:nvPr/>
        </p:nvSpPr>
        <p:spPr>
          <a:xfrm>
            <a:off x="1895999" y="1044000"/>
            <a:ext cx="50159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8" name="Rectangle 307"/>
          <p:cNvSpPr/>
          <p:nvPr/>
        </p:nvSpPr>
        <p:spPr>
          <a:xfrm>
            <a:off x="1943999" y="1044000"/>
            <a:ext cx="50159" cy="110160"/>
          </a:xfrm>
          <a:prstGeom prst="rect">
            <a:avLst/>
          </a:prstGeom>
          <a:solidFill>
            <a:srgbClr val="FAB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9" name="Rectangle 308"/>
          <p:cNvSpPr/>
          <p:nvPr/>
        </p:nvSpPr>
        <p:spPr>
          <a:xfrm>
            <a:off x="1992000" y="1044000"/>
            <a:ext cx="50159" cy="110160"/>
          </a:xfrm>
          <a:prstGeom prst="rect">
            <a:avLst/>
          </a:prstGeom>
          <a:solidFill>
            <a:srgbClr val="F9B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10" name="Rectangle 309"/>
          <p:cNvSpPr/>
          <p:nvPr/>
        </p:nvSpPr>
        <p:spPr>
          <a:xfrm>
            <a:off x="2039999" y="1044000"/>
            <a:ext cx="50159" cy="110160"/>
          </a:xfrm>
          <a:prstGeom prst="rect">
            <a:avLst/>
          </a:prstGeom>
          <a:solidFill>
            <a:srgbClr val="F9B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11" name="Rectangle 310"/>
          <p:cNvSpPr/>
          <p:nvPr/>
        </p:nvSpPr>
        <p:spPr>
          <a:xfrm>
            <a:off x="504000" y="180000"/>
            <a:ext cx="1583999" cy="971999"/>
          </a:xfrm>
          <a:prstGeom prst="rect">
            <a:avLst/>
          </a:prstGeom>
          <a:noFill/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12" name="Rectangle 311"/>
          <p:cNvSpPr/>
          <p:nvPr/>
        </p:nvSpPr>
        <p:spPr>
          <a:xfrm>
            <a:off x="600000" y="612000"/>
            <a:ext cx="47999" cy="1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313" name="Connector 312"/>
          <p:cNvCxnSpPr/>
          <p:nvPr/>
        </p:nvCxnSpPr>
        <p:spPr>
          <a:xfrm flipV="1">
            <a:off x="655200" y="338400"/>
            <a:ext cx="98400" cy="32760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/>
          <p:cNvSpPr txBox="1"/>
          <p:nvPr/>
        </p:nvSpPr>
        <p:spPr>
          <a:xfrm>
            <a:off x="758399" y="2394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62626"/>
                </a:solidFill>
                <a:latin typeface="Arial"/>
              </a:rPr>
              <a:t>layer 2, ⟨/hdr⟩: 3.6  (other positions 0.6)</a:t>
            </a:r>
          </a:p>
          <a:p>
            <a:pPr algn="l"/>
            <a:r>
              <a:rPr sz="600" b="0" i="0">
                <a:solidFill>
                  <a:srgbClr val="262626"/>
                </a:solidFill>
                <a:latin typeface="Arial"/>
              </a:rPr>
              <a:t>spreads from layer 4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420000" y="11699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</a:t>
            </a:r>
          </a:p>
        </p:txBody>
      </p:sp>
      <p:cxnSp>
        <p:nvCxnSpPr>
          <p:cNvPr id="316" name="Connector 315"/>
          <p:cNvCxnSpPr/>
          <p:nvPr/>
        </p:nvCxnSpPr>
        <p:spPr>
          <a:xfrm>
            <a:off x="528000" y="1152000"/>
            <a:ext cx="0" cy="17999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TextBox 316"/>
          <p:cNvSpPr txBox="1"/>
          <p:nvPr/>
        </p:nvSpPr>
        <p:spPr>
          <a:xfrm>
            <a:off x="804000" y="11699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8</a:t>
            </a:r>
          </a:p>
        </p:txBody>
      </p:sp>
      <p:cxnSp>
        <p:nvCxnSpPr>
          <p:cNvPr id="318" name="Connector 317"/>
          <p:cNvCxnSpPr/>
          <p:nvPr/>
        </p:nvCxnSpPr>
        <p:spPr>
          <a:xfrm>
            <a:off x="912000" y="1152000"/>
            <a:ext cx="0" cy="17999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TextBox 318"/>
          <p:cNvSpPr txBox="1"/>
          <p:nvPr/>
        </p:nvSpPr>
        <p:spPr>
          <a:xfrm>
            <a:off x="1188000" y="11699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16</a:t>
            </a:r>
          </a:p>
        </p:txBody>
      </p:sp>
      <p:cxnSp>
        <p:nvCxnSpPr>
          <p:cNvPr id="320" name="Connector 319"/>
          <p:cNvCxnSpPr/>
          <p:nvPr/>
        </p:nvCxnSpPr>
        <p:spPr>
          <a:xfrm>
            <a:off x="1295999" y="1152000"/>
            <a:ext cx="0" cy="17999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TextBox 320"/>
          <p:cNvSpPr txBox="1"/>
          <p:nvPr/>
        </p:nvSpPr>
        <p:spPr>
          <a:xfrm>
            <a:off x="1571999" y="11699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24</a:t>
            </a:r>
          </a:p>
        </p:txBody>
      </p:sp>
      <p:cxnSp>
        <p:nvCxnSpPr>
          <p:cNvPr id="322" name="Connector 321"/>
          <p:cNvCxnSpPr/>
          <p:nvPr/>
        </p:nvCxnSpPr>
        <p:spPr>
          <a:xfrm>
            <a:off x="1679999" y="1152000"/>
            <a:ext cx="0" cy="17999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TextBox 322"/>
          <p:cNvSpPr txBox="1"/>
          <p:nvPr/>
        </p:nvSpPr>
        <p:spPr>
          <a:xfrm>
            <a:off x="1955999" y="11699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32</a:t>
            </a:r>
          </a:p>
        </p:txBody>
      </p:sp>
      <p:cxnSp>
        <p:nvCxnSpPr>
          <p:cNvPr id="324" name="Connector 323"/>
          <p:cNvCxnSpPr/>
          <p:nvPr/>
        </p:nvCxnSpPr>
        <p:spPr>
          <a:xfrm>
            <a:off x="2063999" y="1152000"/>
            <a:ext cx="0" cy="17999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TextBox 324"/>
          <p:cNvSpPr txBox="1"/>
          <p:nvPr/>
        </p:nvSpPr>
        <p:spPr>
          <a:xfrm>
            <a:off x="504000" y="1252799"/>
            <a:ext cx="158399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layer</a:t>
            </a:r>
          </a:p>
        </p:txBody>
      </p:sp>
      <p:sp>
        <p:nvSpPr>
          <p:cNvPr id="326" name="TextBox 325"/>
          <p:cNvSpPr txBox="1"/>
          <p:nvPr/>
        </p:nvSpPr>
        <p:spPr>
          <a:xfrm rot="16200000">
            <a:off x="-428400" y="637199"/>
            <a:ext cx="971999" cy="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prompt position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2124000" y="1127700"/>
            <a:ext cx="57600" cy="264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28" name="Rectangle 327"/>
          <p:cNvSpPr/>
          <p:nvPr/>
        </p:nvSpPr>
        <p:spPr>
          <a:xfrm>
            <a:off x="2124000" y="1103400"/>
            <a:ext cx="57600" cy="26460"/>
          </a:xfrm>
          <a:prstGeom prst="rect">
            <a:avLst/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29" name="Rectangle 328"/>
          <p:cNvSpPr/>
          <p:nvPr/>
        </p:nvSpPr>
        <p:spPr>
          <a:xfrm>
            <a:off x="2124000" y="1079099"/>
            <a:ext cx="57600" cy="26460"/>
          </a:xfrm>
          <a:prstGeom prst="rect">
            <a:avLst/>
          </a:prstGeom>
          <a:solidFill>
            <a:srgbClr val="FEE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0" name="Rectangle 329"/>
          <p:cNvSpPr/>
          <p:nvPr/>
        </p:nvSpPr>
        <p:spPr>
          <a:xfrm>
            <a:off x="2124000" y="1054800"/>
            <a:ext cx="57600" cy="26460"/>
          </a:xfrm>
          <a:prstGeom prst="rect">
            <a:avLst/>
          </a:prstGeom>
          <a:solidFill>
            <a:srgbClr val="FEEA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1" name="Rectangle 330"/>
          <p:cNvSpPr/>
          <p:nvPr/>
        </p:nvSpPr>
        <p:spPr>
          <a:xfrm>
            <a:off x="2124000" y="1030499"/>
            <a:ext cx="57600" cy="26460"/>
          </a:xfrm>
          <a:prstGeom prst="rect">
            <a:avLst/>
          </a:prstGeom>
          <a:solidFill>
            <a:srgbClr val="FE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2" name="Rectangle 331"/>
          <p:cNvSpPr/>
          <p:nvPr/>
        </p:nvSpPr>
        <p:spPr>
          <a:xfrm>
            <a:off x="2124000" y="1006200"/>
            <a:ext cx="57600" cy="26460"/>
          </a:xfrm>
          <a:prstGeom prst="rect">
            <a:avLst/>
          </a:prstGeom>
          <a:solidFill>
            <a:srgbClr val="FEE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3" name="Rectangle 332"/>
          <p:cNvSpPr/>
          <p:nvPr/>
        </p:nvSpPr>
        <p:spPr>
          <a:xfrm>
            <a:off x="2124000" y="981899"/>
            <a:ext cx="57600" cy="26460"/>
          </a:xfrm>
          <a:prstGeom prst="rect">
            <a:avLst/>
          </a:prstGeom>
          <a:solidFill>
            <a:srgbClr val="FDD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4" name="Rectangle 333"/>
          <p:cNvSpPr/>
          <p:nvPr/>
        </p:nvSpPr>
        <p:spPr>
          <a:xfrm>
            <a:off x="2124000" y="957599"/>
            <a:ext cx="57600" cy="26460"/>
          </a:xfrm>
          <a:prstGeom prst="rect">
            <a:avLst/>
          </a:prstGeom>
          <a:solidFill>
            <a:srgbClr val="FDD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5" name="Rectangle 334"/>
          <p:cNvSpPr/>
          <p:nvPr/>
        </p:nvSpPr>
        <p:spPr>
          <a:xfrm>
            <a:off x="2124000" y="933299"/>
            <a:ext cx="57600" cy="26460"/>
          </a:xfrm>
          <a:prstGeom prst="rect">
            <a:avLst/>
          </a:prstGeom>
          <a:solidFill>
            <a:srgbClr val="FDD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6" name="Rectangle 335"/>
          <p:cNvSpPr/>
          <p:nvPr/>
        </p:nvSpPr>
        <p:spPr>
          <a:xfrm>
            <a:off x="2124000" y="909000"/>
            <a:ext cx="57600" cy="26460"/>
          </a:xfrm>
          <a:prstGeom prst="rect">
            <a:avLst/>
          </a:prstGeom>
          <a:solidFill>
            <a:srgbClr val="FCD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7" name="Rectangle 336"/>
          <p:cNvSpPr/>
          <p:nvPr/>
        </p:nvSpPr>
        <p:spPr>
          <a:xfrm>
            <a:off x="2124000" y="884699"/>
            <a:ext cx="57600" cy="26460"/>
          </a:xfrm>
          <a:prstGeom prst="rect">
            <a:avLst/>
          </a:prstGeom>
          <a:solidFill>
            <a:srgbClr val="FBC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8" name="Rectangle 337"/>
          <p:cNvSpPr/>
          <p:nvPr/>
        </p:nvSpPr>
        <p:spPr>
          <a:xfrm>
            <a:off x="2124000" y="860399"/>
            <a:ext cx="57600" cy="26460"/>
          </a:xfrm>
          <a:prstGeom prst="rect">
            <a:avLst/>
          </a:prstGeom>
          <a:solidFill>
            <a:srgbClr val="FA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9" name="Rectangle 338"/>
          <p:cNvSpPr/>
          <p:nvPr/>
        </p:nvSpPr>
        <p:spPr>
          <a:xfrm>
            <a:off x="2124000" y="836099"/>
            <a:ext cx="57600" cy="26460"/>
          </a:xfrm>
          <a:prstGeom prst="rect">
            <a:avLst/>
          </a:prstGeom>
          <a:solidFill>
            <a:srgbClr val="F9B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0" name="Rectangle 339"/>
          <p:cNvSpPr/>
          <p:nvPr/>
        </p:nvSpPr>
        <p:spPr>
          <a:xfrm>
            <a:off x="2124000" y="811800"/>
            <a:ext cx="57600" cy="26460"/>
          </a:xfrm>
          <a:prstGeom prst="rect">
            <a:avLst/>
          </a:prstGeom>
          <a:solidFill>
            <a:srgbClr val="F8A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1" name="Rectangle 340"/>
          <p:cNvSpPr/>
          <p:nvPr/>
        </p:nvSpPr>
        <p:spPr>
          <a:xfrm>
            <a:off x="2124000" y="787500"/>
            <a:ext cx="57600" cy="26460"/>
          </a:xfrm>
          <a:prstGeom prst="rect">
            <a:avLst/>
          </a:prstGeom>
          <a:solidFill>
            <a:srgbClr val="F7A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2" name="Rectangle 341"/>
          <p:cNvSpPr/>
          <p:nvPr/>
        </p:nvSpPr>
        <p:spPr>
          <a:xfrm>
            <a:off x="2124000" y="763200"/>
            <a:ext cx="57600" cy="26460"/>
          </a:xfrm>
          <a:prstGeom prst="rect">
            <a:avLst/>
          </a:prstGeom>
          <a:solidFill>
            <a:srgbClr val="F69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3" name="Rectangle 342"/>
          <p:cNvSpPr/>
          <p:nvPr/>
        </p:nvSpPr>
        <p:spPr>
          <a:xfrm>
            <a:off x="2124000" y="738899"/>
            <a:ext cx="57600" cy="26460"/>
          </a:xfrm>
          <a:prstGeom prst="rect">
            <a:avLst/>
          </a:prstGeom>
          <a:solidFill>
            <a:srgbClr val="F59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4" name="Rectangle 343"/>
          <p:cNvSpPr/>
          <p:nvPr/>
        </p:nvSpPr>
        <p:spPr>
          <a:xfrm>
            <a:off x="2124000" y="714600"/>
            <a:ext cx="57600" cy="26460"/>
          </a:xfrm>
          <a:prstGeom prst="rect">
            <a:avLst/>
          </a:prstGeom>
          <a:solidFill>
            <a:srgbClr val="F4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5" name="Rectangle 344"/>
          <p:cNvSpPr/>
          <p:nvPr/>
        </p:nvSpPr>
        <p:spPr>
          <a:xfrm>
            <a:off x="2124000" y="690299"/>
            <a:ext cx="57600" cy="26460"/>
          </a:xfrm>
          <a:prstGeom prst="rect">
            <a:avLst/>
          </a:prstGeom>
          <a:solidFill>
            <a:srgbClr val="F389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6" name="Rectangle 345"/>
          <p:cNvSpPr/>
          <p:nvPr/>
        </p:nvSpPr>
        <p:spPr>
          <a:xfrm>
            <a:off x="2124000" y="666000"/>
            <a:ext cx="57600" cy="26460"/>
          </a:xfrm>
          <a:prstGeom prst="rect">
            <a:avLst/>
          </a:prstGeom>
          <a:solidFill>
            <a:srgbClr val="F28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7" name="Rectangle 346"/>
          <p:cNvSpPr/>
          <p:nvPr/>
        </p:nvSpPr>
        <p:spPr>
          <a:xfrm>
            <a:off x="2124000" y="641699"/>
            <a:ext cx="57600" cy="26460"/>
          </a:xfrm>
          <a:prstGeom prst="rect">
            <a:avLst/>
          </a:prstGeom>
          <a:solidFill>
            <a:srgbClr val="F2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8" name="Rectangle 347"/>
          <p:cNvSpPr/>
          <p:nvPr/>
        </p:nvSpPr>
        <p:spPr>
          <a:xfrm>
            <a:off x="2124000" y="617400"/>
            <a:ext cx="57600" cy="26460"/>
          </a:xfrm>
          <a:prstGeom prst="rect">
            <a:avLst/>
          </a:prstGeom>
          <a:solidFill>
            <a:srgbClr val="F1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9" name="Rectangle 348"/>
          <p:cNvSpPr/>
          <p:nvPr/>
        </p:nvSpPr>
        <p:spPr>
          <a:xfrm>
            <a:off x="2124000" y="593100"/>
            <a:ext cx="57600" cy="26460"/>
          </a:xfrm>
          <a:prstGeom prst="rect">
            <a:avLst/>
          </a:prstGeom>
          <a:solidFill>
            <a:srgbClr val="EF6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0" name="Rectangle 349"/>
          <p:cNvSpPr/>
          <p:nvPr/>
        </p:nvSpPr>
        <p:spPr>
          <a:xfrm>
            <a:off x="2124000" y="568800"/>
            <a:ext cx="57600" cy="26460"/>
          </a:xfrm>
          <a:prstGeom prst="rect">
            <a:avLst/>
          </a:prstGeom>
          <a:solidFill>
            <a:srgbClr val="E96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1" name="Rectangle 350"/>
          <p:cNvSpPr/>
          <p:nvPr/>
        </p:nvSpPr>
        <p:spPr>
          <a:xfrm>
            <a:off x="2124000" y="544499"/>
            <a:ext cx="57600" cy="26460"/>
          </a:xfrm>
          <a:prstGeom prst="rect">
            <a:avLst/>
          </a:prstGeom>
          <a:solidFill>
            <a:srgbClr val="E26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2" name="Rectangle 351"/>
          <p:cNvSpPr/>
          <p:nvPr/>
        </p:nvSpPr>
        <p:spPr>
          <a:xfrm>
            <a:off x="2124000" y="520200"/>
            <a:ext cx="57600" cy="26460"/>
          </a:xfrm>
          <a:prstGeom prst="rect">
            <a:avLst/>
          </a:prstGeom>
          <a:solidFill>
            <a:srgbClr val="DC5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3" name="Rectangle 352"/>
          <p:cNvSpPr/>
          <p:nvPr/>
        </p:nvSpPr>
        <p:spPr>
          <a:xfrm>
            <a:off x="2124000" y="495900"/>
            <a:ext cx="57600" cy="26460"/>
          </a:xfrm>
          <a:prstGeom prst="rect">
            <a:avLst/>
          </a:prstGeom>
          <a:solidFill>
            <a:srgbClr val="D6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4" name="Rectangle 353"/>
          <p:cNvSpPr/>
          <p:nvPr/>
        </p:nvSpPr>
        <p:spPr>
          <a:xfrm>
            <a:off x="2124000" y="471599"/>
            <a:ext cx="57600" cy="26460"/>
          </a:xfrm>
          <a:prstGeom prst="rect">
            <a:avLst/>
          </a:prstGeom>
          <a:solidFill>
            <a:srgbClr val="D05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5" name="Rectangle 354"/>
          <p:cNvSpPr/>
          <p:nvPr/>
        </p:nvSpPr>
        <p:spPr>
          <a:xfrm>
            <a:off x="2124000" y="447299"/>
            <a:ext cx="57600" cy="26460"/>
          </a:xfrm>
          <a:prstGeom prst="rect">
            <a:avLst/>
          </a:prstGeom>
          <a:solidFill>
            <a:srgbClr val="CA4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6" name="Rectangle 355"/>
          <p:cNvSpPr/>
          <p:nvPr/>
        </p:nvSpPr>
        <p:spPr>
          <a:xfrm>
            <a:off x="2124000" y="423000"/>
            <a:ext cx="57600" cy="26460"/>
          </a:xfrm>
          <a:prstGeom prst="rect">
            <a:avLst/>
          </a:prstGeom>
          <a:solidFill>
            <a:srgbClr val="C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7" name="Rectangle 356"/>
          <p:cNvSpPr/>
          <p:nvPr/>
        </p:nvSpPr>
        <p:spPr>
          <a:xfrm>
            <a:off x="2124000" y="398700"/>
            <a:ext cx="57600" cy="26460"/>
          </a:xfrm>
          <a:prstGeom prst="rect">
            <a:avLst/>
          </a:prstGeom>
          <a:solidFill>
            <a:srgbClr val="BE4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8" name="Rectangle 357"/>
          <p:cNvSpPr/>
          <p:nvPr/>
        </p:nvSpPr>
        <p:spPr>
          <a:xfrm>
            <a:off x="2124000" y="374400"/>
            <a:ext cx="57600" cy="26460"/>
          </a:xfrm>
          <a:prstGeom prst="rect">
            <a:avLst/>
          </a:prstGeom>
          <a:solidFill>
            <a:srgbClr val="B93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9" name="Rectangle 358"/>
          <p:cNvSpPr/>
          <p:nvPr/>
        </p:nvSpPr>
        <p:spPr>
          <a:xfrm>
            <a:off x="2124000" y="350099"/>
            <a:ext cx="57600" cy="26460"/>
          </a:xfrm>
          <a:prstGeom prst="rect">
            <a:avLst/>
          </a:prstGeom>
          <a:solidFill>
            <a:srgbClr val="B33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0" name="Rectangle 359"/>
          <p:cNvSpPr/>
          <p:nvPr/>
        </p:nvSpPr>
        <p:spPr>
          <a:xfrm>
            <a:off x="2124000" y="325799"/>
            <a:ext cx="57600" cy="26460"/>
          </a:xfrm>
          <a:prstGeom prst="rect">
            <a:avLst/>
          </a:prstGeom>
          <a:solidFill>
            <a:srgbClr val="AD3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1" name="Rectangle 360"/>
          <p:cNvSpPr/>
          <p:nvPr/>
        </p:nvSpPr>
        <p:spPr>
          <a:xfrm>
            <a:off x="2124000" y="301499"/>
            <a:ext cx="57600" cy="26460"/>
          </a:xfrm>
          <a:prstGeom prst="rect">
            <a:avLst/>
          </a:prstGeom>
          <a:solidFill>
            <a:srgbClr val="A72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2" name="Rectangle 361"/>
          <p:cNvSpPr/>
          <p:nvPr/>
        </p:nvSpPr>
        <p:spPr>
          <a:xfrm>
            <a:off x="2124000" y="277200"/>
            <a:ext cx="57600" cy="26460"/>
          </a:xfrm>
          <a:prstGeom prst="rect">
            <a:avLst/>
          </a:prstGeom>
          <a:solidFill>
            <a:srgbClr val="A2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3" name="Rectangle 362"/>
          <p:cNvSpPr/>
          <p:nvPr/>
        </p:nvSpPr>
        <p:spPr>
          <a:xfrm>
            <a:off x="2124000" y="252900"/>
            <a:ext cx="57600" cy="26460"/>
          </a:xfrm>
          <a:prstGeom prst="rect">
            <a:avLst/>
          </a:prstGeom>
          <a:solidFill>
            <a:srgbClr val="9C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4" name="Rectangle 363"/>
          <p:cNvSpPr/>
          <p:nvPr/>
        </p:nvSpPr>
        <p:spPr>
          <a:xfrm>
            <a:off x="2124000" y="228599"/>
            <a:ext cx="57600" cy="26460"/>
          </a:xfrm>
          <a:prstGeom prst="rect">
            <a:avLst/>
          </a:prstGeom>
          <a:solidFill>
            <a:srgbClr val="97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5" name="Rectangle 364"/>
          <p:cNvSpPr/>
          <p:nvPr/>
        </p:nvSpPr>
        <p:spPr>
          <a:xfrm>
            <a:off x="2124000" y="204300"/>
            <a:ext cx="57600" cy="26460"/>
          </a:xfrm>
          <a:prstGeom prst="rect">
            <a:avLst/>
          </a:prstGeom>
          <a:solidFill>
            <a:srgbClr val="911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6" name="Rectangle 365"/>
          <p:cNvSpPr/>
          <p:nvPr/>
        </p:nvSpPr>
        <p:spPr>
          <a:xfrm>
            <a:off x="2124000" y="180000"/>
            <a:ext cx="57600" cy="26460"/>
          </a:xfrm>
          <a:prstGeom prst="rect">
            <a:avLst/>
          </a:prstGeom>
          <a:solidFill>
            <a:srgbClr val="8C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2196000" y="16200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≥4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2196000" y="10943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0</a:t>
            </a:r>
          </a:p>
        </p:txBody>
      </p:sp>
      <p:sp>
        <p:nvSpPr>
          <p:cNvPr id="369" name="TextBox 368"/>
          <p:cNvSpPr txBox="1"/>
          <p:nvPr/>
        </p:nvSpPr>
        <p:spPr>
          <a:xfrm rot="16200000">
            <a:off x="1864800" y="637199"/>
            <a:ext cx="791999" cy="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rel. error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2376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(b)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2556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who carries it</a:t>
            </a:r>
          </a:p>
        </p:txBody>
      </p:sp>
      <p:cxnSp>
        <p:nvCxnSpPr>
          <p:cNvPr id="372" name="Connector 371"/>
          <p:cNvCxnSpPr/>
          <p:nvPr/>
        </p:nvCxnSpPr>
        <p:spPr>
          <a:xfrm>
            <a:off x="2599200" y="198000"/>
            <a:ext cx="0" cy="10800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2599200" y="1278000"/>
            <a:ext cx="1018799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2574000" y="12780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2599200" y="1278000"/>
            <a:ext cx="1018799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6" name="TextBox 375"/>
          <p:cNvSpPr txBox="1"/>
          <p:nvPr/>
        </p:nvSpPr>
        <p:spPr>
          <a:xfrm>
            <a:off x="2138400" y="12384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0.0</a:t>
            </a:r>
          </a:p>
        </p:txBody>
      </p:sp>
      <p:cxnSp>
        <p:nvCxnSpPr>
          <p:cNvPr id="377" name="Connector 376"/>
          <p:cNvCxnSpPr/>
          <p:nvPr/>
        </p:nvCxnSpPr>
        <p:spPr>
          <a:xfrm>
            <a:off x="2574000" y="78709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2599200" y="787090"/>
            <a:ext cx="1018799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TextBox 378"/>
          <p:cNvSpPr txBox="1"/>
          <p:nvPr/>
        </p:nvSpPr>
        <p:spPr>
          <a:xfrm>
            <a:off x="2138400" y="74749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0.5</a:t>
            </a:r>
          </a:p>
        </p:txBody>
      </p:sp>
      <p:cxnSp>
        <p:nvCxnSpPr>
          <p:cNvPr id="380" name="Connector 379"/>
          <p:cNvCxnSpPr/>
          <p:nvPr/>
        </p:nvCxnSpPr>
        <p:spPr>
          <a:xfrm>
            <a:off x="2574000" y="296181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2599200" y="296181"/>
            <a:ext cx="1018799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TextBox 381"/>
          <p:cNvSpPr txBox="1"/>
          <p:nvPr/>
        </p:nvSpPr>
        <p:spPr>
          <a:xfrm>
            <a:off x="2138400" y="256581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1.0</a:t>
            </a:r>
          </a:p>
        </p:txBody>
      </p:sp>
      <p:sp>
        <p:nvSpPr>
          <p:cNvPr id="383" name="TextBox 382"/>
          <p:cNvSpPr txBox="1"/>
          <p:nvPr/>
        </p:nvSpPr>
        <p:spPr>
          <a:xfrm rot="16200000">
            <a:off x="1882800" y="684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relative error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2635876" y="1198178"/>
            <a:ext cx="130406" cy="79821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2599200" y="1111778"/>
            <a:ext cx="203759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A92C21"/>
                </a:solidFill>
                <a:latin typeface="Arial"/>
              </a:rPr>
              <a:t>0.08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2545200" y="1299600"/>
            <a:ext cx="3117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A92C21"/>
                </a:solidFill>
                <a:latin typeface="Arial"/>
              </a:rPr>
              <a:t>BOS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2839636" y="326520"/>
            <a:ext cx="130406" cy="951479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2802960" y="240120"/>
            <a:ext cx="203759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0.97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2748959" y="1299600"/>
            <a:ext cx="3117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format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3043396" y="501087"/>
            <a:ext cx="130406" cy="776912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3006720" y="414687"/>
            <a:ext cx="203759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0.79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2952720" y="1299600"/>
            <a:ext cx="3117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A86208"/>
                </a:solidFill>
                <a:latin typeface="Arial"/>
              </a:rPr>
              <a:t>⏎⏎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3247156" y="732599"/>
            <a:ext cx="130406" cy="545400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3210479" y="646199"/>
            <a:ext cx="203759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0.56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3156479" y="1299600"/>
            <a:ext cx="3117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user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3450916" y="947421"/>
            <a:ext cx="130406" cy="330578"/>
          </a:xfrm>
          <a:prstGeom prst="rect">
            <a:avLst/>
          </a:prstGeom>
          <a:solidFill>
            <a:srgbClr val="3B7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3414240" y="861021"/>
            <a:ext cx="203759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4588C"/>
                </a:solidFill>
                <a:latin typeface="Arial"/>
              </a:rPr>
              <a:t>0.34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3360240" y="1299600"/>
            <a:ext cx="3117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4588C"/>
                </a:solidFill>
                <a:latin typeface="Arial"/>
              </a:rPr>
              <a:t>reply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2484000" y="1407600"/>
            <a:ext cx="1205999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block output after the sink layer,</a:t>
            </a:r>
          </a:p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GPTQ against fp16, by token class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3726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(c)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3906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the lesion row reads it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3949199" y="198000"/>
            <a:ext cx="0" cy="10800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3949199" y="1278000"/>
            <a:ext cx="8568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4805999" y="198000"/>
            <a:ext cx="0" cy="1080000"/>
          </a:xfrm>
          <a:prstGeom prst="line">
            <a:avLst/>
          </a:prstGeom>
          <a:ln w="762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3923999" y="12780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3949199" y="1278000"/>
            <a:ext cx="8568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TextBox 406"/>
          <p:cNvSpPr txBox="1"/>
          <p:nvPr/>
        </p:nvSpPr>
        <p:spPr>
          <a:xfrm>
            <a:off x="3488400" y="12384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0.3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3923999" y="1038403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3949199" y="1038403"/>
            <a:ext cx="8568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" name="TextBox 409"/>
          <p:cNvSpPr txBox="1"/>
          <p:nvPr/>
        </p:nvSpPr>
        <p:spPr>
          <a:xfrm>
            <a:off x="3488400" y="998803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0.5</a:t>
            </a:r>
          </a:p>
        </p:txBody>
      </p:sp>
      <p:cxnSp>
        <p:nvCxnSpPr>
          <p:cNvPr id="411" name="Connector 410"/>
          <p:cNvCxnSpPr/>
          <p:nvPr/>
        </p:nvCxnSpPr>
        <p:spPr>
          <a:xfrm>
            <a:off x="3923999" y="71329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3949199" y="713290"/>
            <a:ext cx="8568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TextBox 412"/>
          <p:cNvSpPr txBox="1"/>
          <p:nvPr/>
        </p:nvSpPr>
        <p:spPr>
          <a:xfrm>
            <a:off x="3488400" y="67369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3923999" y="388178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3949199" y="388178"/>
            <a:ext cx="8568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TextBox 415"/>
          <p:cNvSpPr txBox="1"/>
          <p:nvPr/>
        </p:nvSpPr>
        <p:spPr>
          <a:xfrm>
            <a:off x="3488400" y="348578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2</a:t>
            </a:r>
          </a:p>
        </p:txBody>
      </p:sp>
      <p:cxnSp>
        <p:nvCxnSpPr>
          <p:cNvPr id="417" name="Connector 416"/>
          <p:cNvCxnSpPr/>
          <p:nvPr/>
        </p:nvCxnSpPr>
        <p:spPr>
          <a:xfrm>
            <a:off x="3923999" y="197999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3949199" y="197999"/>
            <a:ext cx="8568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TextBox 418"/>
          <p:cNvSpPr txBox="1"/>
          <p:nvPr/>
        </p:nvSpPr>
        <p:spPr>
          <a:xfrm>
            <a:off x="3488400" y="158399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3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4805999" y="1278000"/>
            <a:ext cx="25200" cy="0"/>
          </a:xfrm>
          <a:prstGeom prst="line">
            <a:avLst/>
          </a:prstGeom>
          <a:ln w="635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4841999" y="1238400"/>
            <a:ext cx="16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0.0</a:t>
            </a:r>
          </a:p>
        </p:txBody>
      </p:sp>
      <p:cxnSp>
        <p:nvCxnSpPr>
          <p:cNvPr id="422" name="Connector 421"/>
          <p:cNvCxnSpPr/>
          <p:nvPr/>
        </p:nvCxnSpPr>
        <p:spPr>
          <a:xfrm>
            <a:off x="4805999" y="917999"/>
            <a:ext cx="25200" cy="0"/>
          </a:xfrm>
          <a:prstGeom prst="line">
            <a:avLst/>
          </a:prstGeom>
          <a:ln w="635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TextBox 422"/>
          <p:cNvSpPr txBox="1"/>
          <p:nvPr/>
        </p:nvSpPr>
        <p:spPr>
          <a:xfrm>
            <a:off x="4841999" y="878400"/>
            <a:ext cx="16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0.2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4805999" y="557999"/>
            <a:ext cx="25200" cy="0"/>
          </a:xfrm>
          <a:prstGeom prst="line">
            <a:avLst/>
          </a:prstGeom>
          <a:ln w="635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4841999" y="518399"/>
            <a:ext cx="16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0.4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4805999" y="197999"/>
            <a:ext cx="25200" cy="0"/>
          </a:xfrm>
          <a:prstGeom prst="line">
            <a:avLst/>
          </a:prstGeom>
          <a:ln w="635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4841999" y="158399"/>
            <a:ext cx="16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0.6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3980044" y="1089178"/>
            <a:ext cx="109670" cy="188821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3949199" y="1299600"/>
            <a:ext cx="1713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Q1</a:t>
            </a:r>
          </a:p>
        </p:txBody>
      </p:sp>
      <p:sp>
        <p:nvSpPr>
          <p:cNvPr id="430" name="Rectangle 429"/>
          <p:cNvSpPr/>
          <p:nvPr/>
        </p:nvSpPr>
        <p:spPr>
          <a:xfrm>
            <a:off x="4151404" y="1105126"/>
            <a:ext cx="109670" cy="172873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4120560" y="1299600"/>
            <a:ext cx="1713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Q2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4322764" y="1072038"/>
            <a:ext cx="109670" cy="205961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4291920" y="1299600"/>
            <a:ext cx="1713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Q3</a:t>
            </a:r>
          </a:p>
        </p:txBody>
      </p:sp>
      <p:sp>
        <p:nvSpPr>
          <p:cNvPr id="434" name="Rectangle 433"/>
          <p:cNvSpPr/>
          <p:nvPr/>
        </p:nvSpPr>
        <p:spPr>
          <a:xfrm>
            <a:off x="4494124" y="951950"/>
            <a:ext cx="109670" cy="326049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4463279" y="1299600"/>
            <a:ext cx="1713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Q4</a:t>
            </a:r>
          </a:p>
        </p:txBody>
      </p:sp>
      <p:sp>
        <p:nvSpPr>
          <p:cNvPr id="436" name="Rectangle 435"/>
          <p:cNvSpPr/>
          <p:nvPr/>
        </p:nvSpPr>
        <p:spPr>
          <a:xfrm>
            <a:off x="4665484" y="333100"/>
            <a:ext cx="109670" cy="944899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4634640" y="1299600"/>
            <a:ext cx="1713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Q5</a:t>
            </a:r>
          </a:p>
        </p:txBody>
      </p:sp>
      <p:cxnSp>
        <p:nvCxnSpPr>
          <p:cNvPr id="438" name="Connector 437"/>
          <p:cNvCxnSpPr/>
          <p:nvPr/>
        </p:nvCxnSpPr>
        <p:spPr>
          <a:xfrm flipV="1">
            <a:off x="4034879" y="1242000"/>
            <a:ext cx="171361" cy="18000"/>
          </a:xfrm>
          <a:prstGeom prst="line">
            <a:avLst/>
          </a:prstGeom>
          <a:ln w="1397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4206240" y="1115999"/>
            <a:ext cx="171359" cy="126001"/>
          </a:xfrm>
          <a:prstGeom prst="line">
            <a:avLst/>
          </a:prstGeom>
          <a:ln w="1397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4377599" y="665999"/>
            <a:ext cx="171360" cy="450000"/>
          </a:xfrm>
          <a:prstGeom prst="line">
            <a:avLst/>
          </a:prstGeom>
          <a:ln w="1397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4548959" y="305999"/>
            <a:ext cx="171360" cy="360000"/>
          </a:xfrm>
          <a:prstGeom prst="line">
            <a:avLst/>
          </a:prstGeom>
          <a:ln w="1397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2" name="Oval 441"/>
          <p:cNvSpPr/>
          <p:nvPr/>
        </p:nvSpPr>
        <p:spPr>
          <a:xfrm>
            <a:off x="4002479" y="1227600"/>
            <a:ext cx="64800" cy="64800"/>
          </a:xfrm>
          <a:prstGeom prst="ellipse">
            <a:avLst/>
          </a:prstGeom>
          <a:solidFill>
            <a:srgbClr val="E88E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3" name="Oval 442"/>
          <p:cNvSpPr/>
          <p:nvPr/>
        </p:nvSpPr>
        <p:spPr>
          <a:xfrm>
            <a:off x="4173840" y="1209600"/>
            <a:ext cx="64800" cy="64800"/>
          </a:xfrm>
          <a:prstGeom prst="ellipse">
            <a:avLst/>
          </a:prstGeom>
          <a:solidFill>
            <a:srgbClr val="E88E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4" name="Oval 443"/>
          <p:cNvSpPr/>
          <p:nvPr/>
        </p:nvSpPr>
        <p:spPr>
          <a:xfrm>
            <a:off x="4345199" y="1083600"/>
            <a:ext cx="64800" cy="64800"/>
          </a:xfrm>
          <a:prstGeom prst="ellipse">
            <a:avLst/>
          </a:prstGeom>
          <a:solidFill>
            <a:srgbClr val="E88E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5" name="Oval 444"/>
          <p:cNvSpPr/>
          <p:nvPr/>
        </p:nvSpPr>
        <p:spPr>
          <a:xfrm>
            <a:off x="4516559" y="633599"/>
            <a:ext cx="64800" cy="64800"/>
          </a:xfrm>
          <a:prstGeom prst="ellipse">
            <a:avLst/>
          </a:prstGeom>
          <a:solidFill>
            <a:srgbClr val="E88E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6" name="Oval 445"/>
          <p:cNvSpPr/>
          <p:nvPr/>
        </p:nvSpPr>
        <p:spPr>
          <a:xfrm>
            <a:off x="4687919" y="273599"/>
            <a:ext cx="64800" cy="64800"/>
          </a:xfrm>
          <a:prstGeom prst="ellipse">
            <a:avLst/>
          </a:prstGeom>
          <a:solidFill>
            <a:srgbClr val="E88E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7" name="TextBox 446"/>
          <p:cNvSpPr txBox="1"/>
          <p:nvPr/>
        </p:nvSpPr>
        <p:spPr>
          <a:xfrm rot="16200000">
            <a:off x="3232800" y="684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relative error (bars)</a:t>
            </a:r>
          </a:p>
        </p:txBody>
      </p:sp>
      <p:sp>
        <p:nvSpPr>
          <p:cNvPr id="448" name="TextBox 447"/>
          <p:cNvSpPr txBox="1"/>
          <p:nvPr/>
        </p:nvSpPr>
        <p:spPr>
          <a:xfrm rot="16200000">
            <a:off x="4438799" y="684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share of template tokens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3834000" y="1407600"/>
            <a:ext cx="1205999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tokens binned by the lesion row's</a:t>
            </a:r>
          </a:p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readout, lowest to highest fifth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00" cy="1655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Error by layer and prompt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800" y="194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BOS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000" y="180000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639272" y="180000"/>
            <a:ext cx="47432" cy="11016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684545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729818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775090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820363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865636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910909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956181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001454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1046727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092000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137272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1182545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227818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273090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1318363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363636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408909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454181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1499454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544727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1589999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1635272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1680545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1725818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1771090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1816363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1861636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1906909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1952181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1997454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2042727" y="180000"/>
            <a:ext cx="47432" cy="110160"/>
          </a:xfrm>
          <a:prstGeom prst="rect">
            <a:avLst/>
          </a:prstGeom>
          <a:solidFill>
            <a:srgbClr val="FEE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800" y="302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BOS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000" y="288000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39272" y="288000"/>
            <a:ext cx="47432" cy="11016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684545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729818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775090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820363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865636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910909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956181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1001454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1046727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1092000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1137272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1182545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1227818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1273090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1318363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1363636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1408909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1454181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1499454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1544727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1589999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1635272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1680545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1725818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1771090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1816363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1861636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1906909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1952181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1997454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2042727" y="288000"/>
            <a:ext cx="47432" cy="110160"/>
          </a:xfrm>
          <a:prstGeom prst="rect">
            <a:avLst/>
          </a:prstGeom>
          <a:solidFill>
            <a:srgbClr val="FEE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800" y="410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start_header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000" y="396000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639272" y="396000"/>
            <a:ext cx="47432" cy="110160"/>
          </a:xfrm>
          <a:prstGeom prst="rect">
            <a:avLst/>
          </a:prstGeom>
          <a:solidFill>
            <a:srgbClr val="FEE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6" name="Rectangle 75"/>
          <p:cNvSpPr/>
          <p:nvPr/>
        </p:nvSpPr>
        <p:spPr>
          <a:xfrm>
            <a:off x="684545" y="396000"/>
            <a:ext cx="47432" cy="110160"/>
          </a:xfrm>
          <a:prstGeom prst="rect">
            <a:avLst/>
          </a:prstGeom>
          <a:solidFill>
            <a:srgbClr val="FEE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729818" y="396000"/>
            <a:ext cx="47432" cy="110160"/>
          </a:xfrm>
          <a:prstGeom prst="rect">
            <a:avLst/>
          </a:prstGeom>
          <a:solidFill>
            <a:srgbClr val="FEE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775090" y="396000"/>
            <a:ext cx="47432" cy="110160"/>
          </a:xfrm>
          <a:prstGeom prst="rect">
            <a:avLst/>
          </a:prstGeom>
          <a:solidFill>
            <a:srgbClr val="FEE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820363" y="396000"/>
            <a:ext cx="47432" cy="110160"/>
          </a:xfrm>
          <a:prstGeom prst="rect">
            <a:avLst/>
          </a:prstGeom>
          <a:solidFill>
            <a:srgbClr val="FEE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865636" y="396000"/>
            <a:ext cx="47432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910909" y="396000"/>
            <a:ext cx="47432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956181" y="396000"/>
            <a:ext cx="47432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1001454" y="396000"/>
            <a:ext cx="47432" cy="110160"/>
          </a:xfrm>
          <a:prstGeom prst="rect">
            <a:avLst/>
          </a:prstGeom>
          <a:solidFill>
            <a:srgbClr val="FEE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1046727" y="396000"/>
            <a:ext cx="47432" cy="110160"/>
          </a:xfrm>
          <a:prstGeom prst="rect">
            <a:avLst/>
          </a:prstGeom>
          <a:solidFill>
            <a:srgbClr val="FEE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1092000" y="396000"/>
            <a:ext cx="47432" cy="110160"/>
          </a:xfrm>
          <a:prstGeom prst="rect">
            <a:avLst/>
          </a:prstGeom>
          <a:solidFill>
            <a:srgbClr val="FEE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1137272" y="396000"/>
            <a:ext cx="47432" cy="110160"/>
          </a:xfrm>
          <a:prstGeom prst="rect">
            <a:avLst/>
          </a:prstGeom>
          <a:solidFill>
            <a:srgbClr val="FEE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1182545" y="396000"/>
            <a:ext cx="47432" cy="110160"/>
          </a:xfrm>
          <a:prstGeom prst="rect">
            <a:avLst/>
          </a:prstGeom>
          <a:solidFill>
            <a:srgbClr val="FEE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1227818" y="396000"/>
            <a:ext cx="47432" cy="110160"/>
          </a:xfrm>
          <a:prstGeom prst="rect">
            <a:avLst/>
          </a:prstGeom>
          <a:solidFill>
            <a:srgbClr val="FE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1273090" y="396000"/>
            <a:ext cx="47432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1318363" y="396000"/>
            <a:ext cx="47432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1363636" y="396000"/>
            <a:ext cx="47432" cy="110160"/>
          </a:xfrm>
          <a:prstGeom prst="rect">
            <a:avLst/>
          </a:prstGeom>
          <a:solidFill>
            <a:srgbClr val="FEE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1408909" y="396000"/>
            <a:ext cx="47432" cy="110160"/>
          </a:xfrm>
          <a:prstGeom prst="rect">
            <a:avLst/>
          </a:prstGeom>
          <a:solidFill>
            <a:srgbClr val="FEE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1454181" y="396000"/>
            <a:ext cx="47432" cy="110160"/>
          </a:xfrm>
          <a:prstGeom prst="rect">
            <a:avLst/>
          </a:prstGeom>
          <a:solidFill>
            <a:srgbClr val="FEE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4" name="Rectangle 93"/>
          <p:cNvSpPr/>
          <p:nvPr/>
        </p:nvSpPr>
        <p:spPr>
          <a:xfrm>
            <a:off x="1499454" y="396000"/>
            <a:ext cx="47432" cy="110160"/>
          </a:xfrm>
          <a:prstGeom prst="rect">
            <a:avLst/>
          </a:prstGeom>
          <a:solidFill>
            <a:srgbClr val="FEE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1544727" y="396000"/>
            <a:ext cx="47432" cy="110160"/>
          </a:xfrm>
          <a:prstGeom prst="rect">
            <a:avLst/>
          </a:prstGeom>
          <a:solidFill>
            <a:srgbClr val="FE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1589999" y="396000"/>
            <a:ext cx="47432" cy="110160"/>
          </a:xfrm>
          <a:prstGeom prst="rect">
            <a:avLst/>
          </a:prstGeom>
          <a:solidFill>
            <a:srgbClr val="FE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1635272" y="396000"/>
            <a:ext cx="47432" cy="110160"/>
          </a:xfrm>
          <a:prstGeom prst="rect">
            <a:avLst/>
          </a:prstGeom>
          <a:solidFill>
            <a:srgbClr val="FE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1680545" y="396000"/>
            <a:ext cx="47432" cy="110160"/>
          </a:xfrm>
          <a:prstGeom prst="rect">
            <a:avLst/>
          </a:prstGeom>
          <a:solidFill>
            <a:srgbClr val="FE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9" name="Rectangle 98"/>
          <p:cNvSpPr/>
          <p:nvPr/>
        </p:nvSpPr>
        <p:spPr>
          <a:xfrm>
            <a:off x="1725818" y="396000"/>
            <a:ext cx="47432" cy="110160"/>
          </a:xfrm>
          <a:prstGeom prst="rect">
            <a:avLst/>
          </a:prstGeom>
          <a:solidFill>
            <a:srgbClr val="FEE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1771090" y="396000"/>
            <a:ext cx="47432" cy="110160"/>
          </a:xfrm>
          <a:prstGeom prst="rect">
            <a:avLst/>
          </a:prstGeom>
          <a:solidFill>
            <a:srgbClr val="FEE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1" name="Rectangle 100"/>
          <p:cNvSpPr/>
          <p:nvPr/>
        </p:nvSpPr>
        <p:spPr>
          <a:xfrm>
            <a:off x="1816363" y="396000"/>
            <a:ext cx="47432" cy="110160"/>
          </a:xfrm>
          <a:prstGeom prst="rect">
            <a:avLst/>
          </a:prstGeom>
          <a:solidFill>
            <a:srgbClr val="FEE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2" name="Rectangle 101"/>
          <p:cNvSpPr/>
          <p:nvPr/>
        </p:nvSpPr>
        <p:spPr>
          <a:xfrm>
            <a:off x="1861636" y="396000"/>
            <a:ext cx="47432" cy="110160"/>
          </a:xfrm>
          <a:prstGeom prst="rect">
            <a:avLst/>
          </a:prstGeom>
          <a:solidFill>
            <a:srgbClr val="FEE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1906909" y="396000"/>
            <a:ext cx="47432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4" name="Rectangle 103"/>
          <p:cNvSpPr/>
          <p:nvPr/>
        </p:nvSpPr>
        <p:spPr>
          <a:xfrm>
            <a:off x="1952181" y="396000"/>
            <a:ext cx="47432" cy="110160"/>
          </a:xfrm>
          <a:prstGeom prst="rect">
            <a:avLst/>
          </a:prstGeom>
          <a:solidFill>
            <a:srgbClr val="FEE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1997454" y="396000"/>
            <a:ext cx="47432" cy="110160"/>
          </a:xfrm>
          <a:prstGeom prst="rect">
            <a:avLst/>
          </a:prstGeom>
          <a:solidFill>
            <a:srgbClr val="FDD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6" name="Rectangle 105"/>
          <p:cNvSpPr/>
          <p:nvPr/>
        </p:nvSpPr>
        <p:spPr>
          <a:xfrm>
            <a:off x="2042727" y="396000"/>
            <a:ext cx="47432" cy="110160"/>
          </a:xfrm>
          <a:prstGeom prst="rect">
            <a:avLst/>
          </a:prstGeom>
          <a:solidFill>
            <a:srgbClr val="FDD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800" y="518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system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4000" y="503999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9" name="Rectangle 108"/>
          <p:cNvSpPr/>
          <p:nvPr/>
        </p:nvSpPr>
        <p:spPr>
          <a:xfrm>
            <a:off x="639272" y="503999"/>
            <a:ext cx="47432" cy="110160"/>
          </a:xfrm>
          <a:prstGeom prst="rect">
            <a:avLst/>
          </a:prstGeom>
          <a:solidFill>
            <a:srgbClr val="FEE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0" name="Rectangle 109"/>
          <p:cNvSpPr/>
          <p:nvPr/>
        </p:nvSpPr>
        <p:spPr>
          <a:xfrm>
            <a:off x="684545" y="503999"/>
            <a:ext cx="47432" cy="110160"/>
          </a:xfrm>
          <a:prstGeom prst="rect">
            <a:avLst/>
          </a:prstGeom>
          <a:solidFill>
            <a:srgbClr val="FDD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729818" y="503999"/>
            <a:ext cx="47432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775090" y="503999"/>
            <a:ext cx="47432" cy="110160"/>
          </a:xfrm>
          <a:prstGeom prst="rect">
            <a:avLst/>
          </a:prstGeom>
          <a:solidFill>
            <a:srgbClr val="FDE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3" name="Rectangle 112"/>
          <p:cNvSpPr/>
          <p:nvPr/>
        </p:nvSpPr>
        <p:spPr>
          <a:xfrm>
            <a:off x="820363" y="503999"/>
            <a:ext cx="47432" cy="110160"/>
          </a:xfrm>
          <a:prstGeom prst="rect">
            <a:avLst/>
          </a:prstGeom>
          <a:solidFill>
            <a:srgbClr val="FDD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4" name="Rectangle 113"/>
          <p:cNvSpPr/>
          <p:nvPr/>
        </p:nvSpPr>
        <p:spPr>
          <a:xfrm>
            <a:off x="865636" y="503999"/>
            <a:ext cx="47432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5" name="Rectangle 114"/>
          <p:cNvSpPr/>
          <p:nvPr/>
        </p:nvSpPr>
        <p:spPr>
          <a:xfrm>
            <a:off x="910909" y="503999"/>
            <a:ext cx="47432" cy="110160"/>
          </a:xfrm>
          <a:prstGeom prst="rect">
            <a:avLst/>
          </a:prstGeom>
          <a:solidFill>
            <a:srgbClr val="FDE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6" name="Rectangle 115"/>
          <p:cNvSpPr/>
          <p:nvPr/>
        </p:nvSpPr>
        <p:spPr>
          <a:xfrm>
            <a:off x="956181" y="503999"/>
            <a:ext cx="47432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1001454" y="503999"/>
            <a:ext cx="47432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8" name="Rectangle 117"/>
          <p:cNvSpPr/>
          <p:nvPr/>
        </p:nvSpPr>
        <p:spPr>
          <a:xfrm>
            <a:off x="1046727" y="503999"/>
            <a:ext cx="47432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1092000" y="503999"/>
            <a:ext cx="47432" cy="110160"/>
          </a:xfrm>
          <a:prstGeom prst="rect">
            <a:avLst/>
          </a:prstGeom>
          <a:solidFill>
            <a:srgbClr val="FDE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0" name="Rectangle 119"/>
          <p:cNvSpPr/>
          <p:nvPr/>
        </p:nvSpPr>
        <p:spPr>
          <a:xfrm>
            <a:off x="1137272" y="503999"/>
            <a:ext cx="47432" cy="110160"/>
          </a:xfrm>
          <a:prstGeom prst="rect">
            <a:avLst/>
          </a:prstGeom>
          <a:solidFill>
            <a:srgbClr val="FDD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1" name="Rectangle 120"/>
          <p:cNvSpPr/>
          <p:nvPr/>
        </p:nvSpPr>
        <p:spPr>
          <a:xfrm>
            <a:off x="1182545" y="503999"/>
            <a:ext cx="47432" cy="110160"/>
          </a:xfrm>
          <a:prstGeom prst="rect">
            <a:avLst/>
          </a:prstGeom>
          <a:solidFill>
            <a:srgbClr val="FDE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2" name="Rectangle 121"/>
          <p:cNvSpPr/>
          <p:nvPr/>
        </p:nvSpPr>
        <p:spPr>
          <a:xfrm>
            <a:off x="1227818" y="503999"/>
            <a:ext cx="47432" cy="110160"/>
          </a:xfrm>
          <a:prstGeom prst="rect">
            <a:avLst/>
          </a:prstGeom>
          <a:solidFill>
            <a:srgbClr val="FEE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3" name="Rectangle 122"/>
          <p:cNvSpPr/>
          <p:nvPr/>
        </p:nvSpPr>
        <p:spPr>
          <a:xfrm>
            <a:off x="1273090" y="503999"/>
            <a:ext cx="47432" cy="110160"/>
          </a:xfrm>
          <a:prstGeom prst="rect">
            <a:avLst/>
          </a:prstGeom>
          <a:solidFill>
            <a:srgbClr val="FEE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4" name="Rectangle 123"/>
          <p:cNvSpPr/>
          <p:nvPr/>
        </p:nvSpPr>
        <p:spPr>
          <a:xfrm>
            <a:off x="1318363" y="503999"/>
            <a:ext cx="47432" cy="110160"/>
          </a:xfrm>
          <a:prstGeom prst="rect">
            <a:avLst/>
          </a:prstGeom>
          <a:solidFill>
            <a:srgbClr val="FEE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5" name="Rectangle 124"/>
          <p:cNvSpPr/>
          <p:nvPr/>
        </p:nvSpPr>
        <p:spPr>
          <a:xfrm>
            <a:off x="1363636" y="503999"/>
            <a:ext cx="47432" cy="110160"/>
          </a:xfrm>
          <a:prstGeom prst="rect">
            <a:avLst/>
          </a:prstGeom>
          <a:solidFill>
            <a:srgbClr val="FEE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6" name="Rectangle 125"/>
          <p:cNvSpPr/>
          <p:nvPr/>
        </p:nvSpPr>
        <p:spPr>
          <a:xfrm>
            <a:off x="1408909" y="503999"/>
            <a:ext cx="47432" cy="110160"/>
          </a:xfrm>
          <a:prstGeom prst="rect">
            <a:avLst/>
          </a:prstGeom>
          <a:solidFill>
            <a:srgbClr val="FEE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1454181" y="503999"/>
            <a:ext cx="47432" cy="110160"/>
          </a:xfrm>
          <a:prstGeom prst="rect">
            <a:avLst/>
          </a:prstGeom>
          <a:solidFill>
            <a:srgbClr val="FEE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8" name="Rectangle 127"/>
          <p:cNvSpPr/>
          <p:nvPr/>
        </p:nvSpPr>
        <p:spPr>
          <a:xfrm>
            <a:off x="1499454" y="503999"/>
            <a:ext cx="47432" cy="110160"/>
          </a:xfrm>
          <a:prstGeom prst="rect">
            <a:avLst/>
          </a:prstGeom>
          <a:solidFill>
            <a:srgbClr val="FEE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9" name="Rectangle 128"/>
          <p:cNvSpPr/>
          <p:nvPr/>
        </p:nvSpPr>
        <p:spPr>
          <a:xfrm>
            <a:off x="1544727" y="503999"/>
            <a:ext cx="47432" cy="110160"/>
          </a:xfrm>
          <a:prstGeom prst="rect">
            <a:avLst/>
          </a:prstGeom>
          <a:solidFill>
            <a:srgbClr val="FDE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0" name="Rectangle 129"/>
          <p:cNvSpPr/>
          <p:nvPr/>
        </p:nvSpPr>
        <p:spPr>
          <a:xfrm>
            <a:off x="1589999" y="503999"/>
            <a:ext cx="47432" cy="110160"/>
          </a:xfrm>
          <a:prstGeom prst="rect">
            <a:avLst/>
          </a:prstGeom>
          <a:solidFill>
            <a:srgbClr val="FDD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1" name="Rectangle 130"/>
          <p:cNvSpPr/>
          <p:nvPr/>
        </p:nvSpPr>
        <p:spPr>
          <a:xfrm>
            <a:off x="1635272" y="503999"/>
            <a:ext cx="47432" cy="110160"/>
          </a:xfrm>
          <a:prstGeom prst="rect">
            <a:avLst/>
          </a:prstGeom>
          <a:solidFill>
            <a:srgbClr val="FDD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2" name="Rectangle 131"/>
          <p:cNvSpPr/>
          <p:nvPr/>
        </p:nvSpPr>
        <p:spPr>
          <a:xfrm>
            <a:off x="1680545" y="503999"/>
            <a:ext cx="47432" cy="110160"/>
          </a:xfrm>
          <a:prstGeom prst="rect">
            <a:avLst/>
          </a:prstGeom>
          <a:solidFill>
            <a:srgbClr val="FDD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3" name="Rectangle 132"/>
          <p:cNvSpPr/>
          <p:nvPr/>
        </p:nvSpPr>
        <p:spPr>
          <a:xfrm>
            <a:off x="1725818" y="503999"/>
            <a:ext cx="47432" cy="110160"/>
          </a:xfrm>
          <a:prstGeom prst="rect">
            <a:avLst/>
          </a:prstGeom>
          <a:solidFill>
            <a:srgbClr val="FDD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4" name="Rectangle 133"/>
          <p:cNvSpPr/>
          <p:nvPr/>
        </p:nvSpPr>
        <p:spPr>
          <a:xfrm>
            <a:off x="1771090" y="503999"/>
            <a:ext cx="47432" cy="110160"/>
          </a:xfrm>
          <a:prstGeom prst="rect">
            <a:avLst/>
          </a:prstGeom>
          <a:solidFill>
            <a:srgbClr val="FDD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1816363" y="503999"/>
            <a:ext cx="47432" cy="110160"/>
          </a:xfrm>
          <a:prstGeom prst="rect">
            <a:avLst/>
          </a:prstGeom>
          <a:solidFill>
            <a:srgbClr val="FDD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6" name="Rectangle 135"/>
          <p:cNvSpPr/>
          <p:nvPr/>
        </p:nvSpPr>
        <p:spPr>
          <a:xfrm>
            <a:off x="1861636" y="503999"/>
            <a:ext cx="47432" cy="110160"/>
          </a:xfrm>
          <a:prstGeom prst="rect">
            <a:avLst/>
          </a:prstGeom>
          <a:solidFill>
            <a:srgbClr val="FCD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7" name="Rectangle 136"/>
          <p:cNvSpPr/>
          <p:nvPr/>
        </p:nvSpPr>
        <p:spPr>
          <a:xfrm>
            <a:off x="1906909" y="503999"/>
            <a:ext cx="47432" cy="110160"/>
          </a:xfrm>
          <a:prstGeom prst="rect">
            <a:avLst/>
          </a:prstGeom>
          <a:solidFill>
            <a:srgbClr val="FCD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8" name="Rectangle 137"/>
          <p:cNvSpPr/>
          <p:nvPr/>
        </p:nvSpPr>
        <p:spPr>
          <a:xfrm>
            <a:off x="1952181" y="503999"/>
            <a:ext cx="47432" cy="110160"/>
          </a:xfrm>
          <a:prstGeom prst="rect">
            <a:avLst/>
          </a:prstGeom>
          <a:solidFill>
            <a:srgbClr val="FCC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9" name="Rectangle 138"/>
          <p:cNvSpPr/>
          <p:nvPr/>
        </p:nvSpPr>
        <p:spPr>
          <a:xfrm>
            <a:off x="1997454" y="503999"/>
            <a:ext cx="47432" cy="110160"/>
          </a:xfrm>
          <a:prstGeom prst="rect">
            <a:avLst/>
          </a:prstGeom>
          <a:solidFill>
            <a:srgbClr val="FBC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0" name="Rectangle 139"/>
          <p:cNvSpPr/>
          <p:nvPr/>
        </p:nvSpPr>
        <p:spPr>
          <a:xfrm>
            <a:off x="2042727" y="503999"/>
            <a:ext cx="47432" cy="110160"/>
          </a:xfrm>
          <a:prstGeom prst="rect">
            <a:avLst/>
          </a:prstGeom>
          <a:solidFill>
            <a:srgbClr val="FA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0800" y="626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end_header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94000" y="612000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639272" y="612000"/>
            <a:ext cx="47432" cy="110160"/>
          </a:xfrm>
          <a:prstGeom prst="rect">
            <a:avLst/>
          </a:prstGeom>
          <a:solidFill>
            <a:srgbClr val="FEE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4" name="Rectangle 143"/>
          <p:cNvSpPr/>
          <p:nvPr/>
        </p:nvSpPr>
        <p:spPr>
          <a:xfrm>
            <a:off x="684545" y="612000"/>
            <a:ext cx="47432" cy="110160"/>
          </a:xfrm>
          <a:prstGeom prst="rect">
            <a:avLst/>
          </a:prstGeom>
          <a:solidFill>
            <a:srgbClr val="A2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5" name="Rectangle 144"/>
          <p:cNvSpPr/>
          <p:nvPr/>
        </p:nvSpPr>
        <p:spPr>
          <a:xfrm>
            <a:off x="729818" y="612000"/>
            <a:ext cx="47432" cy="110160"/>
          </a:xfrm>
          <a:prstGeom prst="rect">
            <a:avLst/>
          </a:prstGeom>
          <a:solidFill>
            <a:srgbClr val="CF5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6" name="Rectangle 145"/>
          <p:cNvSpPr/>
          <p:nvPr/>
        </p:nvSpPr>
        <p:spPr>
          <a:xfrm>
            <a:off x="775090" y="612000"/>
            <a:ext cx="47432" cy="110160"/>
          </a:xfrm>
          <a:prstGeom prst="rect">
            <a:avLst/>
          </a:prstGeom>
          <a:solidFill>
            <a:srgbClr val="F3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7" name="Rectangle 146"/>
          <p:cNvSpPr/>
          <p:nvPr/>
        </p:nvSpPr>
        <p:spPr>
          <a:xfrm>
            <a:off x="820363" y="612000"/>
            <a:ext cx="47432" cy="110160"/>
          </a:xfrm>
          <a:prstGeom prst="rect">
            <a:avLst/>
          </a:prstGeom>
          <a:solidFill>
            <a:srgbClr val="F7A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8" name="Rectangle 147"/>
          <p:cNvSpPr/>
          <p:nvPr/>
        </p:nvSpPr>
        <p:spPr>
          <a:xfrm>
            <a:off x="865636" y="612000"/>
            <a:ext cx="47432" cy="110160"/>
          </a:xfrm>
          <a:prstGeom prst="rect">
            <a:avLst/>
          </a:prstGeom>
          <a:solidFill>
            <a:srgbClr val="F8B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9" name="Rectangle 148"/>
          <p:cNvSpPr/>
          <p:nvPr/>
        </p:nvSpPr>
        <p:spPr>
          <a:xfrm>
            <a:off x="910909" y="612000"/>
            <a:ext cx="47432" cy="110160"/>
          </a:xfrm>
          <a:prstGeom prst="rect">
            <a:avLst/>
          </a:prstGeom>
          <a:solidFill>
            <a:srgbClr val="FAB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0" name="Rectangle 149"/>
          <p:cNvSpPr/>
          <p:nvPr/>
        </p:nvSpPr>
        <p:spPr>
          <a:xfrm>
            <a:off x="956181" y="612000"/>
            <a:ext cx="47432" cy="110160"/>
          </a:xfrm>
          <a:prstGeom prst="rect">
            <a:avLst/>
          </a:prstGeom>
          <a:solidFill>
            <a:srgbClr val="FBC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1001454" y="612000"/>
            <a:ext cx="47432" cy="110160"/>
          </a:xfrm>
          <a:prstGeom prst="rect">
            <a:avLst/>
          </a:prstGeom>
          <a:solidFill>
            <a:srgbClr val="FBC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2" name="Rectangle 151"/>
          <p:cNvSpPr/>
          <p:nvPr/>
        </p:nvSpPr>
        <p:spPr>
          <a:xfrm>
            <a:off x="1046727" y="612000"/>
            <a:ext cx="47432" cy="110160"/>
          </a:xfrm>
          <a:prstGeom prst="rect">
            <a:avLst/>
          </a:prstGeom>
          <a:solidFill>
            <a:srgbClr val="FCC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1092000" y="612000"/>
            <a:ext cx="47432" cy="110160"/>
          </a:xfrm>
          <a:prstGeom prst="rect">
            <a:avLst/>
          </a:prstGeom>
          <a:solidFill>
            <a:srgbClr val="FCD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4" name="Rectangle 153"/>
          <p:cNvSpPr/>
          <p:nvPr/>
        </p:nvSpPr>
        <p:spPr>
          <a:xfrm>
            <a:off x="1137272" y="612000"/>
            <a:ext cx="47432" cy="110160"/>
          </a:xfrm>
          <a:prstGeom prst="rect">
            <a:avLst/>
          </a:prstGeom>
          <a:solidFill>
            <a:srgbClr val="FDD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1182545" y="612000"/>
            <a:ext cx="47432" cy="110160"/>
          </a:xfrm>
          <a:prstGeom prst="rect">
            <a:avLst/>
          </a:prstGeom>
          <a:solidFill>
            <a:srgbClr val="FDD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6" name="Rectangle 155"/>
          <p:cNvSpPr/>
          <p:nvPr/>
        </p:nvSpPr>
        <p:spPr>
          <a:xfrm>
            <a:off x="1227818" y="612000"/>
            <a:ext cx="47432" cy="110160"/>
          </a:xfrm>
          <a:prstGeom prst="rect">
            <a:avLst/>
          </a:prstGeom>
          <a:solidFill>
            <a:srgbClr val="FDD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7" name="Rectangle 156"/>
          <p:cNvSpPr/>
          <p:nvPr/>
        </p:nvSpPr>
        <p:spPr>
          <a:xfrm>
            <a:off x="1273090" y="612000"/>
            <a:ext cx="47432" cy="110160"/>
          </a:xfrm>
          <a:prstGeom prst="rect">
            <a:avLst/>
          </a:prstGeom>
          <a:solidFill>
            <a:srgbClr val="FDD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8" name="Rectangle 157"/>
          <p:cNvSpPr/>
          <p:nvPr/>
        </p:nvSpPr>
        <p:spPr>
          <a:xfrm>
            <a:off x="1318363" y="612000"/>
            <a:ext cx="47432" cy="110160"/>
          </a:xfrm>
          <a:prstGeom prst="rect">
            <a:avLst/>
          </a:prstGeom>
          <a:solidFill>
            <a:srgbClr val="FDD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9" name="Rectangle 158"/>
          <p:cNvSpPr/>
          <p:nvPr/>
        </p:nvSpPr>
        <p:spPr>
          <a:xfrm>
            <a:off x="1363636" y="612000"/>
            <a:ext cx="47432" cy="110160"/>
          </a:xfrm>
          <a:prstGeom prst="rect">
            <a:avLst/>
          </a:prstGeom>
          <a:solidFill>
            <a:srgbClr val="FDD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0" name="Rectangle 159"/>
          <p:cNvSpPr/>
          <p:nvPr/>
        </p:nvSpPr>
        <p:spPr>
          <a:xfrm>
            <a:off x="1408909" y="612000"/>
            <a:ext cx="47432" cy="110160"/>
          </a:xfrm>
          <a:prstGeom prst="rect">
            <a:avLst/>
          </a:prstGeom>
          <a:solidFill>
            <a:srgbClr val="FDD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1" name="Rectangle 160"/>
          <p:cNvSpPr/>
          <p:nvPr/>
        </p:nvSpPr>
        <p:spPr>
          <a:xfrm>
            <a:off x="1454181" y="612000"/>
            <a:ext cx="47432" cy="110160"/>
          </a:xfrm>
          <a:prstGeom prst="rect">
            <a:avLst/>
          </a:prstGeom>
          <a:solidFill>
            <a:srgbClr val="FDD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2" name="Rectangle 161"/>
          <p:cNvSpPr/>
          <p:nvPr/>
        </p:nvSpPr>
        <p:spPr>
          <a:xfrm>
            <a:off x="1499454" y="612000"/>
            <a:ext cx="47432" cy="110160"/>
          </a:xfrm>
          <a:prstGeom prst="rect">
            <a:avLst/>
          </a:prstGeom>
          <a:solidFill>
            <a:srgbClr val="FDD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3" name="Rectangle 162"/>
          <p:cNvSpPr/>
          <p:nvPr/>
        </p:nvSpPr>
        <p:spPr>
          <a:xfrm>
            <a:off x="1544727" y="612000"/>
            <a:ext cx="47432" cy="110160"/>
          </a:xfrm>
          <a:prstGeom prst="rect">
            <a:avLst/>
          </a:prstGeom>
          <a:solidFill>
            <a:srgbClr val="FDD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4" name="Rectangle 163"/>
          <p:cNvSpPr/>
          <p:nvPr/>
        </p:nvSpPr>
        <p:spPr>
          <a:xfrm>
            <a:off x="1589999" y="612000"/>
            <a:ext cx="47432" cy="110160"/>
          </a:xfrm>
          <a:prstGeom prst="rect">
            <a:avLst/>
          </a:prstGeom>
          <a:solidFill>
            <a:srgbClr val="FDD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5" name="Rectangle 164"/>
          <p:cNvSpPr/>
          <p:nvPr/>
        </p:nvSpPr>
        <p:spPr>
          <a:xfrm>
            <a:off x="1635272" y="612000"/>
            <a:ext cx="47432" cy="110160"/>
          </a:xfrm>
          <a:prstGeom prst="rect">
            <a:avLst/>
          </a:prstGeom>
          <a:solidFill>
            <a:srgbClr val="FDD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6" name="Rectangle 165"/>
          <p:cNvSpPr/>
          <p:nvPr/>
        </p:nvSpPr>
        <p:spPr>
          <a:xfrm>
            <a:off x="1680545" y="612000"/>
            <a:ext cx="47432" cy="110160"/>
          </a:xfrm>
          <a:prstGeom prst="rect">
            <a:avLst/>
          </a:prstGeom>
          <a:solidFill>
            <a:srgbClr val="FDD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7" name="Rectangle 166"/>
          <p:cNvSpPr/>
          <p:nvPr/>
        </p:nvSpPr>
        <p:spPr>
          <a:xfrm>
            <a:off x="1725818" y="612000"/>
            <a:ext cx="47432" cy="110160"/>
          </a:xfrm>
          <a:prstGeom prst="rect">
            <a:avLst/>
          </a:prstGeom>
          <a:solidFill>
            <a:srgbClr val="FDD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8" name="Rectangle 167"/>
          <p:cNvSpPr/>
          <p:nvPr/>
        </p:nvSpPr>
        <p:spPr>
          <a:xfrm>
            <a:off x="1771090" y="612000"/>
            <a:ext cx="47432" cy="110160"/>
          </a:xfrm>
          <a:prstGeom prst="rect">
            <a:avLst/>
          </a:prstGeom>
          <a:solidFill>
            <a:srgbClr val="FDD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9" name="Rectangle 168"/>
          <p:cNvSpPr/>
          <p:nvPr/>
        </p:nvSpPr>
        <p:spPr>
          <a:xfrm>
            <a:off x="1816363" y="612000"/>
            <a:ext cx="47432" cy="110160"/>
          </a:xfrm>
          <a:prstGeom prst="rect">
            <a:avLst/>
          </a:prstGeom>
          <a:solidFill>
            <a:srgbClr val="FDD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0" name="Rectangle 169"/>
          <p:cNvSpPr/>
          <p:nvPr/>
        </p:nvSpPr>
        <p:spPr>
          <a:xfrm>
            <a:off x="1861636" y="612000"/>
            <a:ext cx="47432" cy="110160"/>
          </a:xfrm>
          <a:prstGeom prst="rect">
            <a:avLst/>
          </a:prstGeom>
          <a:solidFill>
            <a:srgbClr val="FDD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1" name="Rectangle 170"/>
          <p:cNvSpPr/>
          <p:nvPr/>
        </p:nvSpPr>
        <p:spPr>
          <a:xfrm>
            <a:off x="1906909" y="612000"/>
            <a:ext cx="47432" cy="110160"/>
          </a:xfrm>
          <a:prstGeom prst="rect">
            <a:avLst/>
          </a:prstGeom>
          <a:solidFill>
            <a:srgbClr val="FDD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2" name="Rectangle 171"/>
          <p:cNvSpPr/>
          <p:nvPr/>
        </p:nvSpPr>
        <p:spPr>
          <a:xfrm>
            <a:off x="1952181" y="612000"/>
            <a:ext cx="47432" cy="110160"/>
          </a:xfrm>
          <a:prstGeom prst="rect">
            <a:avLst/>
          </a:prstGeom>
          <a:solidFill>
            <a:srgbClr val="FDD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3" name="Rectangle 172"/>
          <p:cNvSpPr/>
          <p:nvPr/>
        </p:nvSpPr>
        <p:spPr>
          <a:xfrm>
            <a:off x="1997454" y="612000"/>
            <a:ext cx="47432" cy="110160"/>
          </a:xfrm>
          <a:prstGeom prst="rect">
            <a:avLst/>
          </a:prstGeom>
          <a:solidFill>
            <a:srgbClr val="FDD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4" name="Rectangle 173"/>
          <p:cNvSpPr/>
          <p:nvPr/>
        </p:nvSpPr>
        <p:spPr>
          <a:xfrm>
            <a:off x="2042727" y="612000"/>
            <a:ext cx="47432" cy="110160"/>
          </a:xfrm>
          <a:prstGeom prst="rect">
            <a:avLst/>
          </a:prstGeom>
          <a:solidFill>
            <a:srgbClr val="FAC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0800" y="734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\n\n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94000" y="720000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7" name="Rectangle 176"/>
          <p:cNvSpPr/>
          <p:nvPr/>
        </p:nvSpPr>
        <p:spPr>
          <a:xfrm>
            <a:off x="639272" y="720000"/>
            <a:ext cx="47432" cy="110160"/>
          </a:xfrm>
          <a:prstGeom prst="rect">
            <a:avLst/>
          </a:prstGeom>
          <a:solidFill>
            <a:srgbClr val="FE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8" name="Rectangle 177"/>
          <p:cNvSpPr/>
          <p:nvPr/>
        </p:nvSpPr>
        <p:spPr>
          <a:xfrm>
            <a:off x="684545" y="720000"/>
            <a:ext cx="47432" cy="110160"/>
          </a:xfrm>
          <a:prstGeom prst="rect">
            <a:avLst/>
          </a:prstGeom>
          <a:solidFill>
            <a:srgbClr val="F8B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9" name="Rectangle 178"/>
          <p:cNvSpPr/>
          <p:nvPr/>
        </p:nvSpPr>
        <p:spPr>
          <a:xfrm>
            <a:off x="729818" y="720000"/>
            <a:ext cx="47432" cy="110160"/>
          </a:xfrm>
          <a:prstGeom prst="rect">
            <a:avLst/>
          </a:prstGeom>
          <a:solidFill>
            <a:srgbClr val="F9B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0" name="Rectangle 179"/>
          <p:cNvSpPr/>
          <p:nvPr/>
        </p:nvSpPr>
        <p:spPr>
          <a:xfrm>
            <a:off x="775090" y="720000"/>
            <a:ext cx="47432" cy="110160"/>
          </a:xfrm>
          <a:prstGeom prst="rect">
            <a:avLst/>
          </a:prstGeom>
          <a:solidFill>
            <a:srgbClr val="B8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1" name="Rectangle 180"/>
          <p:cNvSpPr/>
          <p:nvPr/>
        </p:nvSpPr>
        <p:spPr>
          <a:xfrm>
            <a:off x="820363" y="720000"/>
            <a:ext cx="47432" cy="110160"/>
          </a:xfrm>
          <a:prstGeom prst="rect">
            <a:avLst/>
          </a:prstGeom>
          <a:solidFill>
            <a:srgbClr val="AE3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2" name="Rectangle 181"/>
          <p:cNvSpPr/>
          <p:nvPr/>
        </p:nvSpPr>
        <p:spPr>
          <a:xfrm>
            <a:off x="865636" y="720000"/>
            <a:ext cx="47432" cy="110160"/>
          </a:xfrm>
          <a:prstGeom prst="rect">
            <a:avLst/>
          </a:prstGeom>
          <a:solidFill>
            <a:srgbClr val="D05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3" name="Rectangle 182"/>
          <p:cNvSpPr/>
          <p:nvPr/>
        </p:nvSpPr>
        <p:spPr>
          <a:xfrm>
            <a:off x="910909" y="720000"/>
            <a:ext cx="47432" cy="110160"/>
          </a:xfrm>
          <a:prstGeom prst="rect">
            <a:avLst/>
          </a:prstGeom>
          <a:solidFill>
            <a:srgbClr val="F1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4" name="Rectangle 183"/>
          <p:cNvSpPr/>
          <p:nvPr/>
        </p:nvSpPr>
        <p:spPr>
          <a:xfrm>
            <a:off x="956181" y="720000"/>
            <a:ext cx="47432" cy="110160"/>
          </a:xfrm>
          <a:prstGeom prst="rect">
            <a:avLst/>
          </a:prstGeom>
          <a:solidFill>
            <a:srgbClr val="F48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5" name="Rectangle 184"/>
          <p:cNvSpPr/>
          <p:nvPr/>
        </p:nvSpPr>
        <p:spPr>
          <a:xfrm>
            <a:off x="1001454" y="720000"/>
            <a:ext cx="47432" cy="110160"/>
          </a:xfrm>
          <a:prstGeom prst="rect">
            <a:avLst/>
          </a:prstGeom>
          <a:solidFill>
            <a:srgbClr val="F5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6" name="Rectangle 185"/>
          <p:cNvSpPr/>
          <p:nvPr/>
        </p:nvSpPr>
        <p:spPr>
          <a:xfrm>
            <a:off x="1046727" y="720000"/>
            <a:ext cx="47432" cy="110160"/>
          </a:xfrm>
          <a:prstGeom prst="rect">
            <a:avLst/>
          </a:prstGeom>
          <a:solidFill>
            <a:srgbClr val="F598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7" name="Rectangle 186"/>
          <p:cNvSpPr/>
          <p:nvPr/>
        </p:nvSpPr>
        <p:spPr>
          <a:xfrm>
            <a:off x="1092000" y="720000"/>
            <a:ext cx="47432" cy="110160"/>
          </a:xfrm>
          <a:prstGeom prst="rect">
            <a:avLst/>
          </a:prstGeom>
          <a:solidFill>
            <a:srgbClr val="F69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8" name="Rectangle 187"/>
          <p:cNvSpPr/>
          <p:nvPr/>
        </p:nvSpPr>
        <p:spPr>
          <a:xfrm>
            <a:off x="1137272" y="720000"/>
            <a:ext cx="47432" cy="110160"/>
          </a:xfrm>
          <a:prstGeom prst="rect">
            <a:avLst/>
          </a:prstGeom>
          <a:solidFill>
            <a:srgbClr val="F6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9" name="Rectangle 188"/>
          <p:cNvSpPr/>
          <p:nvPr/>
        </p:nvSpPr>
        <p:spPr>
          <a:xfrm>
            <a:off x="1182545" y="720000"/>
            <a:ext cx="47432" cy="110160"/>
          </a:xfrm>
          <a:prstGeom prst="rect">
            <a:avLst/>
          </a:prstGeom>
          <a:solidFill>
            <a:srgbClr val="F7A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0" name="Rectangle 189"/>
          <p:cNvSpPr/>
          <p:nvPr/>
        </p:nvSpPr>
        <p:spPr>
          <a:xfrm>
            <a:off x="1227818" y="720000"/>
            <a:ext cx="47432" cy="110160"/>
          </a:xfrm>
          <a:prstGeom prst="rect">
            <a:avLst/>
          </a:prstGeom>
          <a:solidFill>
            <a:srgbClr val="F8B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1" name="Rectangle 190"/>
          <p:cNvSpPr/>
          <p:nvPr/>
        </p:nvSpPr>
        <p:spPr>
          <a:xfrm>
            <a:off x="1273090" y="720000"/>
            <a:ext cx="47432" cy="110160"/>
          </a:xfrm>
          <a:prstGeom prst="rect">
            <a:avLst/>
          </a:prstGeom>
          <a:solidFill>
            <a:srgbClr val="F9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2" name="Rectangle 191"/>
          <p:cNvSpPr/>
          <p:nvPr/>
        </p:nvSpPr>
        <p:spPr>
          <a:xfrm>
            <a:off x="1318363" y="720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3" name="Rectangle 192"/>
          <p:cNvSpPr/>
          <p:nvPr/>
        </p:nvSpPr>
        <p:spPr>
          <a:xfrm>
            <a:off x="1363636" y="720000"/>
            <a:ext cx="47432" cy="110160"/>
          </a:xfrm>
          <a:prstGeom prst="rect">
            <a:avLst/>
          </a:prstGeom>
          <a:solidFill>
            <a:srgbClr val="FAC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4" name="Rectangle 193"/>
          <p:cNvSpPr/>
          <p:nvPr/>
        </p:nvSpPr>
        <p:spPr>
          <a:xfrm>
            <a:off x="1408909" y="720000"/>
            <a:ext cx="47432" cy="110160"/>
          </a:xfrm>
          <a:prstGeom prst="rect">
            <a:avLst/>
          </a:prstGeom>
          <a:solidFill>
            <a:srgbClr val="FAC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5" name="Rectangle 194"/>
          <p:cNvSpPr/>
          <p:nvPr/>
        </p:nvSpPr>
        <p:spPr>
          <a:xfrm>
            <a:off x="1454181" y="720000"/>
            <a:ext cx="47432" cy="110160"/>
          </a:xfrm>
          <a:prstGeom prst="rect">
            <a:avLst/>
          </a:prstGeom>
          <a:solidFill>
            <a:srgbClr val="FA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6" name="Rectangle 195"/>
          <p:cNvSpPr/>
          <p:nvPr/>
        </p:nvSpPr>
        <p:spPr>
          <a:xfrm>
            <a:off x="1499454" y="720000"/>
            <a:ext cx="47432" cy="110160"/>
          </a:xfrm>
          <a:prstGeom prst="rect">
            <a:avLst/>
          </a:prstGeom>
          <a:solidFill>
            <a:srgbClr val="FBC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7" name="Rectangle 196"/>
          <p:cNvSpPr/>
          <p:nvPr/>
        </p:nvSpPr>
        <p:spPr>
          <a:xfrm>
            <a:off x="1544727" y="720000"/>
            <a:ext cx="47432" cy="110160"/>
          </a:xfrm>
          <a:prstGeom prst="rect">
            <a:avLst/>
          </a:prstGeom>
          <a:solidFill>
            <a:srgbClr val="FA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8" name="Rectangle 197"/>
          <p:cNvSpPr/>
          <p:nvPr/>
        </p:nvSpPr>
        <p:spPr>
          <a:xfrm>
            <a:off x="1589999" y="720000"/>
            <a:ext cx="47432" cy="110160"/>
          </a:xfrm>
          <a:prstGeom prst="rect">
            <a:avLst/>
          </a:prstGeom>
          <a:solidFill>
            <a:srgbClr val="FAC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9" name="Rectangle 198"/>
          <p:cNvSpPr/>
          <p:nvPr/>
        </p:nvSpPr>
        <p:spPr>
          <a:xfrm>
            <a:off x="1635272" y="720000"/>
            <a:ext cx="47432" cy="110160"/>
          </a:xfrm>
          <a:prstGeom prst="rect">
            <a:avLst/>
          </a:prstGeom>
          <a:solidFill>
            <a:srgbClr val="FA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0" name="Rectangle 199"/>
          <p:cNvSpPr/>
          <p:nvPr/>
        </p:nvSpPr>
        <p:spPr>
          <a:xfrm>
            <a:off x="1680545" y="720000"/>
            <a:ext cx="47432" cy="110160"/>
          </a:xfrm>
          <a:prstGeom prst="rect">
            <a:avLst/>
          </a:prstGeom>
          <a:solidFill>
            <a:srgbClr val="FAB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1" name="Rectangle 200"/>
          <p:cNvSpPr/>
          <p:nvPr/>
        </p:nvSpPr>
        <p:spPr>
          <a:xfrm>
            <a:off x="1725818" y="720000"/>
            <a:ext cx="47432" cy="110160"/>
          </a:xfrm>
          <a:prstGeom prst="rect">
            <a:avLst/>
          </a:prstGeom>
          <a:solidFill>
            <a:srgbClr val="FAB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2" name="Rectangle 201"/>
          <p:cNvSpPr/>
          <p:nvPr/>
        </p:nvSpPr>
        <p:spPr>
          <a:xfrm>
            <a:off x="1771090" y="720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3" name="Rectangle 202"/>
          <p:cNvSpPr/>
          <p:nvPr/>
        </p:nvSpPr>
        <p:spPr>
          <a:xfrm>
            <a:off x="1816363" y="720000"/>
            <a:ext cx="47432" cy="110160"/>
          </a:xfrm>
          <a:prstGeom prst="rect">
            <a:avLst/>
          </a:prstGeom>
          <a:solidFill>
            <a:srgbClr val="FAB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4" name="Rectangle 203"/>
          <p:cNvSpPr/>
          <p:nvPr/>
        </p:nvSpPr>
        <p:spPr>
          <a:xfrm>
            <a:off x="1861636" y="720000"/>
            <a:ext cx="47432" cy="110160"/>
          </a:xfrm>
          <a:prstGeom prst="rect">
            <a:avLst/>
          </a:prstGeom>
          <a:solidFill>
            <a:srgbClr val="FAB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5" name="Rectangle 204"/>
          <p:cNvSpPr/>
          <p:nvPr/>
        </p:nvSpPr>
        <p:spPr>
          <a:xfrm>
            <a:off x="1906909" y="720000"/>
            <a:ext cx="47432" cy="110160"/>
          </a:xfrm>
          <a:prstGeom prst="rect">
            <a:avLst/>
          </a:prstGeom>
          <a:solidFill>
            <a:srgbClr val="F9B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6" name="Rectangle 205"/>
          <p:cNvSpPr/>
          <p:nvPr/>
        </p:nvSpPr>
        <p:spPr>
          <a:xfrm>
            <a:off x="1952181" y="720000"/>
            <a:ext cx="47432" cy="110160"/>
          </a:xfrm>
          <a:prstGeom prst="rect">
            <a:avLst/>
          </a:prstGeom>
          <a:solidFill>
            <a:srgbClr val="F9B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7" name="Rectangle 206"/>
          <p:cNvSpPr/>
          <p:nvPr/>
        </p:nvSpPr>
        <p:spPr>
          <a:xfrm>
            <a:off x="1997454" y="720000"/>
            <a:ext cx="47432" cy="110160"/>
          </a:xfrm>
          <a:prstGeom prst="rect">
            <a:avLst/>
          </a:prstGeom>
          <a:solidFill>
            <a:srgbClr val="F9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8" name="Rectangle 207"/>
          <p:cNvSpPr/>
          <p:nvPr/>
        </p:nvSpPr>
        <p:spPr>
          <a:xfrm>
            <a:off x="2042727" y="720000"/>
            <a:ext cx="47432" cy="110160"/>
          </a:xfrm>
          <a:prstGeom prst="rect">
            <a:avLst/>
          </a:prstGeom>
          <a:solidFill>
            <a:srgbClr val="F6A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00800" y="842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Cutting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94000" y="827999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1" name="Rectangle 210"/>
          <p:cNvSpPr/>
          <p:nvPr/>
        </p:nvSpPr>
        <p:spPr>
          <a:xfrm>
            <a:off x="639272" y="827999"/>
            <a:ext cx="47432" cy="110160"/>
          </a:xfrm>
          <a:prstGeom prst="rect">
            <a:avLst/>
          </a:prstGeom>
          <a:solidFill>
            <a:srgbClr val="FEE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2" name="Rectangle 211"/>
          <p:cNvSpPr/>
          <p:nvPr/>
        </p:nvSpPr>
        <p:spPr>
          <a:xfrm>
            <a:off x="684545" y="827999"/>
            <a:ext cx="47432" cy="110160"/>
          </a:xfrm>
          <a:prstGeom prst="rect">
            <a:avLst/>
          </a:prstGeom>
          <a:solidFill>
            <a:srgbClr val="FEE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3" name="Rectangle 212"/>
          <p:cNvSpPr/>
          <p:nvPr/>
        </p:nvSpPr>
        <p:spPr>
          <a:xfrm>
            <a:off x="729818" y="827999"/>
            <a:ext cx="47432" cy="110160"/>
          </a:xfrm>
          <a:prstGeom prst="rect">
            <a:avLst/>
          </a:prstGeom>
          <a:solidFill>
            <a:srgbClr val="F9B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4" name="Rectangle 213"/>
          <p:cNvSpPr/>
          <p:nvPr/>
        </p:nvSpPr>
        <p:spPr>
          <a:xfrm>
            <a:off x="775090" y="827999"/>
            <a:ext cx="47432" cy="110160"/>
          </a:xfrm>
          <a:prstGeom prst="rect">
            <a:avLst/>
          </a:prstGeom>
          <a:solidFill>
            <a:srgbClr val="8C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5" name="Rectangle 214"/>
          <p:cNvSpPr/>
          <p:nvPr/>
        </p:nvSpPr>
        <p:spPr>
          <a:xfrm>
            <a:off x="820363" y="827999"/>
            <a:ext cx="47432" cy="110160"/>
          </a:xfrm>
          <a:prstGeom prst="rect">
            <a:avLst/>
          </a:prstGeom>
          <a:solidFill>
            <a:srgbClr val="8C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6" name="Rectangle 215"/>
          <p:cNvSpPr/>
          <p:nvPr/>
        </p:nvSpPr>
        <p:spPr>
          <a:xfrm>
            <a:off x="865636" y="827999"/>
            <a:ext cx="47432" cy="110160"/>
          </a:xfrm>
          <a:prstGeom prst="rect">
            <a:avLst/>
          </a:prstGeom>
          <a:solidFill>
            <a:srgbClr val="A12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7" name="Rectangle 216"/>
          <p:cNvSpPr/>
          <p:nvPr/>
        </p:nvSpPr>
        <p:spPr>
          <a:xfrm>
            <a:off x="910909" y="827999"/>
            <a:ext cx="47432" cy="110160"/>
          </a:xfrm>
          <a:prstGeom prst="rect">
            <a:avLst/>
          </a:prstGeom>
          <a:solidFill>
            <a:srgbClr val="BE4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8" name="Rectangle 217"/>
          <p:cNvSpPr/>
          <p:nvPr/>
        </p:nvSpPr>
        <p:spPr>
          <a:xfrm>
            <a:off x="956181" y="827999"/>
            <a:ext cx="47432" cy="110160"/>
          </a:xfrm>
          <a:prstGeom prst="rect">
            <a:avLst/>
          </a:prstGeom>
          <a:solidFill>
            <a:srgbClr val="DC5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9" name="Rectangle 218"/>
          <p:cNvSpPr/>
          <p:nvPr/>
        </p:nvSpPr>
        <p:spPr>
          <a:xfrm>
            <a:off x="1001454" y="827999"/>
            <a:ext cx="47432" cy="110160"/>
          </a:xfrm>
          <a:prstGeom prst="rect">
            <a:avLst/>
          </a:prstGeom>
          <a:solidFill>
            <a:srgbClr val="E76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0" name="Rectangle 219"/>
          <p:cNvSpPr/>
          <p:nvPr/>
        </p:nvSpPr>
        <p:spPr>
          <a:xfrm>
            <a:off x="1046727" y="827999"/>
            <a:ext cx="47432" cy="110160"/>
          </a:xfrm>
          <a:prstGeom prst="rect">
            <a:avLst/>
          </a:prstGeom>
          <a:solidFill>
            <a:srgbClr val="EB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1" name="Rectangle 220"/>
          <p:cNvSpPr/>
          <p:nvPr/>
        </p:nvSpPr>
        <p:spPr>
          <a:xfrm>
            <a:off x="1092000" y="827999"/>
            <a:ext cx="47432" cy="110160"/>
          </a:xfrm>
          <a:prstGeom prst="rect">
            <a:avLst/>
          </a:prstGeom>
          <a:solidFill>
            <a:srgbClr val="F17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2" name="Rectangle 221"/>
          <p:cNvSpPr/>
          <p:nvPr/>
        </p:nvSpPr>
        <p:spPr>
          <a:xfrm>
            <a:off x="1137272" y="827999"/>
            <a:ext cx="47432" cy="110160"/>
          </a:xfrm>
          <a:prstGeom prst="rect">
            <a:avLst/>
          </a:prstGeom>
          <a:solidFill>
            <a:srgbClr val="F27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3" name="Rectangle 222"/>
          <p:cNvSpPr/>
          <p:nvPr/>
        </p:nvSpPr>
        <p:spPr>
          <a:xfrm>
            <a:off x="1182545" y="827999"/>
            <a:ext cx="47432" cy="110160"/>
          </a:xfrm>
          <a:prstGeom prst="rect">
            <a:avLst/>
          </a:prstGeom>
          <a:solidFill>
            <a:srgbClr val="F4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4" name="Rectangle 223"/>
          <p:cNvSpPr/>
          <p:nvPr/>
        </p:nvSpPr>
        <p:spPr>
          <a:xfrm>
            <a:off x="1227818" y="827999"/>
            <a:ext cx="47432" cy="110160"/>
          </a:xfrm>
          <a:prstGeom prst="rect">
            <a:avLst/>
          </a:prstGeom>
          <a:solidFill>
            <a:srgbClr val="F59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5" name="Rectangle 224"/>
          <p:cNvSpPr/>
          <p:nvPr/>
        </p:nvSpPr>
        <p:spPr>
          <a:xfrm>
            <a:off x="1273090" y="827999"/>
            <a:ext cx="47432" cy="110160"/>
          </a:xfrm>
          <a:prstGeom prst="rect">
            <a:avLst/>
          </a:prstGeom>
          <a:solidFill>
            <a:srgbClr val="F8A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6" name="Rectangle 225"/>
          <p:cNvSpPr/>
          <p:nvPr/>
        </p:nvSpPr>
        <p:spPr>
          <a:xfrm>
            <a:off x="1318363" y="827999"/>
            <a:ext cx="47432" cy="110160"/>
          </a:xfrm>
          <a:prstGeom prst="rect">
            <a:avLst/>
          </a:prstGeom>
          <a:solidFill>
            <a:srgbClr val="F8B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7" name="Rectangle 226"/>
          <p:cNvSpPr/>
          <p:nvPr/>
        </p:nvSpPr>
        <p:spPr>
          <a:xfrm>
            <a:off x="1363636" y="827999"/>
            <a:ext cx="47432" cy="110160"/>
          </a:xfrm>
          <a:prstGeom prst="rect">
            <a:avLst/>
          </a:prstGeom>
          <a:solidFill>
            <a:srgbClr val="F9B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8" name="Rectangle 227"/>
          <p:cNvSpPr/>
          <p:nvPr/>
        </p:nvSpPr>
        <p:spPr>
          <a:xfrm>
            <a:off x="1408909" y="827999"/>
            <a:ext cx="47432" cy="110160"/>
          </a:xfrm>
          <a:prstGeom prst="rect">
            <a:avLst/>
          </a:prstGeom>
          <a:solidFill>
            <a:srgbClr val="FA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9" name="Rectangle 228"/>
          <p:cNvSpPr/>
          <p:nvPr/>
        </p:nvSpPr>
        <p:spPr>
          <a:xfrm>
            <a:off x="1454181" y="827999"/>
            <a:ext cx="47432" cy="110160"/>
          </a:xfrm>
          <a:prstGeom prst="rect">
            <a:avLst/>
          </a:prstGeom>
          <a:solidFill>
            <a:srgbClr val="FAC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0" name="Rectangle 229"/>
          <p:cNvSpPr/>
          <p:nvPr/>
        </p:nvSpPr>
        <p:spPr>
          <a:xfrm>
            <a:off x="1499454" y="827999"/>
            <a:ext cx="47432" cy="110160"/>
          </a:xfrm>
          <a:prstGeom prst="rect">
            <a:avLst/>
          </a:prstGeom>
          <a:solidFill>
            <a:srgbClr val="FB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1" name="Rectangle 230"/>
          <p:cNvSpPr/>
          <p:nvPr/>
        </p:nvSpPr>
        <p:spPr>
          <a:xfrm>
            <a:off x="1544727" y="827999"/>
            <a:ext cx="47432" cy="110160"/>
          </a:xfrm>
          <a:prstGeom prst="rect">
            <a:avLst/>
          </a:prstGeom>
          <a:solidFill>
            <a:srgbClr val="FB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2" name="Rectangle 231"/>
          <p:cNvSpPr/>
          <p:nvPr/>
        </p:nvSpPr>
        <p:spPr>
          <a:xfrm>
            <a:off x="1589999" y="827999"/>
            <a:ext cx="47432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3" name="Rectangle 232"/>
          <p:cNvSpPr/>
          <p:nvPr/>
        </p:nvSpPr>
        <p:spPr>
          <a:xfrm>
            <a:off x="1635272" y="827999"/>
            <a:ext cx="47432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4" name="Rectangle 233"/>
          <p:cNvSpPr/>
          <p:nvPr/>
        </p:nvSpPr>
        <p:spPr>
          <a:xfrm>
            <a:off x="1680545" y="827999"/>
            <a:ext cx="47432" cy="110160"/>
          </a:xfrm>
          <a:prstGeom prst="rect">
            <a:avLst/>
          </a:prstGeom>
          <a:solidFill>
            <a:srgbClr val="FB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5" name="Rectangle 234"/>
          <p:cNvSpPr/>
          <p:nvPr/>
        </p:nvSpPr>
        <p:spPr>
          <a:xfrm>
            <a:off x="1725818" y="827999"/>
            <a:ext cx="47432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6" name="Rectangle 235"/>
          <p:cNvSpPr/>
          <p:nvPr/>
        </p:nvSpPr>
        <p:spPr>
          <a:xfrm>
            <a:off x="1771090" y="827999"/>
            <a:ext cx="47432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7" name="Rectangle 236"/>
          <p:cNvSpPr/>
          <p:nvPr/>
        </p:nvSpPr>
        <p:spPr>
          <a:xfrm>
            <a:off x="1816363" y="827999"/>
            <a:ext cx="47432" cy="110160"/>
          </a:xfrm>
          <a:prstGeom prst="rect">
            <a:avLst/>
          </a:prstGeom>
          <a:solidFill>
            <a:srgbClr val="FBC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8" name="Rectangle 237"/>
          <p:cNvSpPr/>
          <p:nvPr/>
        </p:nvSpPr>
        <p:spPr>
          <a:xfrm>
            <a:off x="1861636" y="827999"/>
            <a:ext cx="47432" cy="110160"/>
          </a:xfrm>
          <a:prstGeom prst="rect">
            <a:avLst/>
          </a:prstGeom>
          <a:solidFill>
            <a:srgbClr val="FBC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9" name="Rectangle 238"/>
          <p:cNvSpPr/>
          <p:nvPr/>
        </p:nvSpPr>
        <p:spPr>
          <a:xfrm>
            <a:off x="1906909" y="827999"/>
            <a:ext cx="47432" cy="110160"/>
          </a:xfrm>
          <a:prstGeom prst="rect">
            <a:avLst/>
          </a:prstGeom>
          <a:solidFill>
            <a:srgbClr val="FBC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0" name="Rectangle 239"/>
          <p:cNvSpPr/>
          <p:nvPr/>
        </p:nvSpPr>
        <p:spPr>
          <a:xfrm>
            <a:off x="1952181" y="827999"/>
            <a:ext cx="47432" cy="110160"/>
          </a:xfrm>
          <a:prstGeom prst="rect">
            <a:avLst/>
          </a:prstGeom>
          <a:solidFill>
            <a:srgbClr val="FBC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1" name="Rectangle 240"/>
          <p:cNvSpPr/>
          <p:nvPr/>
        </p:nvSpPr>
        <p:spPr>
          <a:xfrm>
            <a:off x="1997454" y="827999"/>
            <a:ext cx="47432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2" name="Rectangle 241"/>
          <p:cNvSpPr/>
          <p:nvPr/>
        </p:nvSpPr>
        <p:spPr>
          <a:xfrm>
            <a:off x="2042727" y="827999"/>
            <a:ext cx="47432" cy="110160"/>
          </a:xfrm>
          <a:prstGeom prst="rect">
            <a:avLst/>
          </a:prstGeom>
          <a:solidFill>
            <a:srgbClr val="F8A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00800" y="950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Knowledge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94000" y="936000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5" name="Rectangle 244"/>
          <p:cNvSpPr/>
          <p:nvPr/>
        </p:nvSpPr>
        <p:spPr>
          <a:xfrm>
            <a:off x="639272" y="936000"/>
            <a:ext cx="47432" cy="110160"/>
          </a:xfrm>
          <a:prstGeom prst="rect">
            <a:avLst/>
          </a:prstGeom>
          <a:solidFill>
            <a:srgbClr val="FEE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6" name="Rectangle 245"/>
          <p:cNvSpPr/>
          <p:nvPr/>
        </p:nvSpPr>
        <p:spPr>
          <a:xfrm>
            <a:off x="684545" y="936000"/>
            <a:ext cx="47432" cy="110160"/>
          </a:xfrm>
          <a:prstGeom prst="rect">
            <a:avLst/>
          </a:prstGeom>
          <a:solidFill>
            <a:srgbClr val="FEE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7" name="Rectangle 246"/>
          <p:cNvSpPr/>
          <p:nvPr/>
        </p:nvSpPr>
        <p:spPr>
          <a:xfrm>
            <a:off x="729818" y="936000"/>
            <a:ext cx="47432" cy="110160"/>
          </a:xfrm>
          <a:prstGeom prst="rect">
            <a:avLst/>
          </a:prstGeom>
          <a:solidFill>
            <a:srgbClr val="F7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8" name="Rectangle 247"/>
          <p:cNvSpPr/>
          <p:nvPr/>
        </p:nvSpPr>
        <p:spPr>
          <a:xfrm>
            <a:off x="775090" y="936000"/>
            <a:ext cx="47432" cy="110160"/>
          </a:xfrm>
          <a:prstGeom prst="rect">
            <a:avLst/>
          </a:prstGeom>
          <a:solidFill>
            <a:srgbClr val="8C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9" name="Rectangle 248"/>
          <p:cNvSpPr/>
          <p:nvPr/>
        </p:nvSpPr>
        <p:spPr>
          <a:xfrm>
            <a:off x="820363" y="936000"/>
            <a:ext cx="47432" cy="110160"/>
          </a:xfrm>
          <a:prstGeom prst="rect">
            <a:avLst/>
          </a:prstGeom>
          <a:solidFill>
            <a:srgbClr val="8C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0" name="Rectangle 249"/>
          <p:cNvSpPr/>
          <p:nvPr/>
        </p:nvSpPr>
        <p:spPr>
          <a:xfrm>
            <a:off x="865636" y="936000"/>
            <a:ext cx="47432" cy="110160"/>
          </a:xfrm>
          <a:prstGeom prst="rect">
            <a:avLst/>
          </a:prstGeom>
          <a:solidFill>
            <a:srgbClr val="AE3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1" name="Rectangle 250"/>
          <p:cNvSpPr/>
          <p:nvPr/>
        </p:nvSpPr>
        <p:spPr>
          <a:xfrm>
            <a:off x="910909" y="936000"/>
            <a:ext cx="47432" cy="110160"/>
          </a:xfrm>
          <a:prstGeom prst="rect">
            <a:avLst/>
          </a:prstGeom>
          <a:solidFill>
            <a:srgbClr val="CC4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2" name="Rectangle 251"/>
          <p:cNvSpPr/>
          <p:nvPr/>
        </p:nvSpPr>
        <p:spPr>
          <a:xfrm>
            <a:off x="956181" y="936000"/>
            <a:ext cx="47432" cy="110160"/>
          </a:xfrm>
          <a:prstGeom prst="rect">
            <a:avLst/>
          </a:prstGeom>
          <a:solidFill>
            <a:srgbClr val="E16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3" name="Rectangle 252"/>
          <p:cNvSpPr/>
          <p:nvPr/>
        </p:nvSpPr>
        <p:spPr>
          <a:xfrm>
            <a:off x="1001454" y="936000"/>
            <a:ext cx="47432" cy="110160"/>
          </a:xfrm>
          <a:prstGeom prst="rect">
            <a:avLst/>
          </a:prstGeom>
          <a:solidFill>
            <a:srgbClr val="F0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4" name="Rectangle 253"/>
          <p:cNvSpPr/>
          <p:nvPr/>
        </p:nvSpPr>
        <p:spPr>
          <a:xfrm>
            <a:off x="1046727" y="936000"/>
            <a:ext cx="47432" cy="110160"/>
          </a:xfrm>
          <a:prstGeom prst="rect">
            <a:avLst/>
          </a:prstGeom>
          <a:solidFill>
            <a:srgbClr val="F07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5" name="Rectangle 254"/>
          <p:cNvSpPr/>
          <p:nvPr/>
        </p:nvSpPr>
        <p:spPr>
          <a:xfrm>
            <a:off x="1092000" y="936000"/>
            <a:ext cx="47432" cy="110160"/>
          </a:xfrm>
          <a:prstGeom prst="rect">
            <a:avLst/>
          </a:prstGeom>
          <a:solidFill>
            <a:srgbClr val="F17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6" name="Rectangle 255"/>
          <p:cNvSpPr/>
          <p:nvPr/>
        </p:nvSpPr>
        <p:spPr>
          <a:xfrm>
            <a:off x="1137272" y="936000"/>
            <a:ext cx="47432" cy="110160"/>
          </a:xfrm>
          <a:prstGeom prst="rect">
            <a:avLst/>
          </a:prstGeom>
          <a:solidFill>
            <a:srgbClr val="F28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7" name="Rectangle 256"/>
          <p:cNvSpPr/>
          <p:nvPr/>
        </p:nvSpPr>
        <p:spPr>
          <a:xfrm>
            <a:off x="1182545" y="936000"/>
            <a:ext cx="47432" cy="110160"/>
          </a:xfrm>
          <a:prstGeom prst="rect">
            <a:avLst/>
          </a:prstGeom>
          <a:solidFill>
            <a:srgbClr val="F4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8" name="Rectangle 257"/>
          <p:cNvSpPr/>
          <p:nvPr/>
        </p:nvSpPr>
        <p:spPr>
          <a:xfrm>
            <a:off x="1227818" y="936000"/>
            <a:ext cx="47432" cy="110160"/>
          </a:xfrm>
          <a:prstGeom prst="rect">
            <a:avLst/>
          </a:prstGeom>
          <a:solidFill>
            <a:srgbClr val="F69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9" name="Rectangle 258"/>
          <p:cNvSpPr/>
          <p:nvPr/>
        </p:nvSpPr>
        <p:spPr>
          <a:xfrm>
            <a:off x="1273090" y="936000"/>
            <a:ext cx="47432" cy="110160"/>
          </a:xfrm>
          <a:prstGeom prst="rect">
            <a:avLst/>
          </a:prstGeom>
          <a:solidFill>
            <a:srgbClr val="F7A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0" name="Rectangle 259"/>
          <p:cNvSpPr/>
          <p:nvPr/>
        </p:nvSpPr>
        <p:spPr>
          <a:xfrm>
            <a:off x="1318363" y="936000"/>
            <a:ext cx="47432" cy="110160"/>
          </a:xfrm>
          <a:prstGeom prst="rect">
            <a:avLst/>
          </a:prstGeom>
          <a:solidFill>
            <a:srgbClr val="F8B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1" name="Rectangle 260"/>
          <p:cNvSpPr/>
          <p:nvPr/>
        </p:nvSpPr>
        <p:spPr>
          <a:xfrm>
            <a:off x="1363636" y="936000"/>
            <a:ext cx="47432" cy="110160"/>
          </a:xfrm>
          <a:prstGeom prst="rect">
            <a:avLst/>
          </a:prstGeom>
          <a:solidFill>
            <a:srgbClr val="F9B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2" name="Rectangle 261"/>
          <p:cNvSpPr/>
          <p:nvPr/>
        </p:nvSpPr>
        <p:spPr>
          <a:xfrm>
            <a:off x="1408909" y="936000"/>
            <a:ext cx="47432" cy="110160"/>
          </a:xfrm>
          <a:prstGeom prst="rect">
            <a:avLst/>
          </a:prstGeom>
          <a:solidFill>
            <a:srgbClr val="FAC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3" name="Rectangle 262"/>
          <p:cNvSpPr/>
          <p:nvPr/>
        </p:nvSpPr>
        <p:spPr>
          <a:xfrm>
            <a:off x="1454181" y="936000"/>
            <a:ext cx="47432" cy="110160"/>
          </a:xfrm>
          <a:prstGeom prst="rect">
            <a:avLst/>
          </a:prstGeom>
          <a:solidFill>
            <a:srgbClr val="FA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4" name="Rectangle 263"/>
          <p:cNvSpPr/>
          <p:nvPr/>
        </p:nvSpPr>
        <p:spPr>
          <a:xfrm>
            <a:off x="1499454" y="936000"/>
            <a:ext cx="47432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5" name="Rectangle 264"/>
          <p:cNvSpPr/>
          <p:nvPr/>
        </p:nvSpPr>
        <p:spPr>
          <a:xfrm>
            <a:off x="1544727" y="936000"/>
            <a:ext cx="47432" cy="110160"/>
          </a:xfrm>
          <a:prstGeom prst="rect">
            <a:avLst/>
          </a:prstGeom>
          <a:solidFill>
            <a:srgbClr val="FBC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6" name="Rectangle 265"/>
          <p:cNvSpPr/>
          <p:nvPr/>
        </p:nvSpPr>
        <p:spPr>
          <a:xfrm>
            <a:off x="1589999" y="936000"/>
            <a:ext cx="47432" cy="110160"/>
          </a:xfrm>
          <a:prstGeom prst="rect">
            <a:avLst/>
          </a:prstGeom>
          <a:solidFill>
            <a:srgbClr val="FBC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7" name="Rectangle 266"/>
          <p:cNvSpPr/>
          <p:nvPr/>
        </p:nvSpPr>
        <p:spPr>
          <a:xfrm>
            <a:off x="1635272" y="936000"/>
            <a:ext cx="47432" cy="110160"/>
          </a:xfrm>
          <a:prstGeom prst="rect">
            <a:avLst/>
          </a:prstGeom>
          <a:solidFill>
            <a:srgbClr val="FBC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8" name="Rectangle 267"/>
          <p:cNvSpPr/>
          <p:nvPr/>
        </p:nvSpPr>
        <p:spPr>
          <a:xfrm>
            <a:off x="1680545" y="936000"/>
            <a:ext cx="47432" cy="110160"/>
          </a:xfrm>
          <a:prstGeom prst="rect">
            <a:avLst/>
          </a:prstGeom>
          <a:solidFill>
            <a:srgbClr val="FBC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9" name="Rectangle 268"/>
          <p:cNvSpPr/>
          <p:nvPr/>
        </p:nvSpPr>
        <p:spPr>
          <a:xfrm>
            <a:off x="1725818" y="936000"/>
            <a:ext cx="47432" cy="110160"/>
          </a:xfrm>
          <a:prstGeom prst="rect">
            <a:avLst/>
          </a:prstGeom>
          <a:solidFill>
            <a:srgbClr val="FBC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0" name="Rectangle 269"/>
          <p:cNvSpPr/>
          <p:nvPr/>
        </p:nvSpPr>
        <p:spPr>
          <a:xfrm>
            <a:off x="1771090" y="936000"/>
            <a:ext cx="47432" cy="110160"/>
          </a:xfrm>
          <a:prstGeom prst="rect">
            <a:avLst/>
          </a:prstGeom>
          <a:solidFill>
            <a:srgbClr val="FC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1" name="Rectangle 270"/>
          <p:cNvSpPr/>
          <p:nvPr/>
        </p:nvSpPr>
        <p:spPr>
          <a:xfrm>
            <a:off x="1816363" y="936000"/>
            <a:ext cx="47432" cy="110160"/>
          </a:xfrm>
          <a:prstGeom prst="rect">
            <a:avLst/>
          </a:prstGeom>
          <a:solidFill>
            <a:srgbClr val="FCC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2" name="Rectangle 271"/>
          <p:cNvSpPr/>
          <p:nvPr/>
        </p:nvSpPr>
        <p:spPr>
          <a:xfrm>
            <a:off x="1861636" y="936000"/>
            <a:ext cx="47432" cy="110160"/>
          </a:xfrm>
          <a:prstGeom prst="rect">
            <a:avLst/>
          </a:prstGeom>
          <a:solidFill>
            <a:srgbClr val="FCC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3" name="Rectangle 272"/>
          <p:cNvSpPr/>
          <p:nvPr/>
        </p:nvSpPr>
        <p:spPr>
          <a:xfrm>
            <a:off x="1906909" y="936000"/>
            <a:ext cx="47432" cy="110160"/>
          </a:xfrm>
          <a:prstGeom prst="rect">
            <a:avLst/>
          </a:prstGeom>
          <a:solidFill>
            <a:srgbClr val="FC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4" name="Rectangle 273"/>
          <p:cNvSpPr/>
          <p:nvPr/>
        </p:nvSpPr>
        <p:spPr>
          <a:xfrm>
            <a:off x="1952181" y="936000"/>
            <a:ext cx="47432" cy="110160"/>
          </a:xfrm>
          <a:prstGeom prst="rect">
            <a:avLst/>
          </a:prstGeom>
          <a:solidFill>
            <a:srgbClr val="FCD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5" name="Rectangle 274"/>
          <p:cNvSpPr/>
          <p:nvPr/>
        </p:nvSpPr>
        <p:spPr>
          <a:xfrm>
            <a:off x="1997454" y="936000"/>
            <a:ext cx="47432" cy="110160"/>
          </a:xfrm>
          <a:prstGeom prst="rect">
            <a:avLst/>
          </a:prstGeom>
          <a:solidFill>
            <a:srgbClr val="FC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6" name="Rectangle 275"/>
          <p:cNvSpPr/>
          <p:nvPr/>
        </p:nvSpPr>
        <p:spPr>
          <a:xfrm>
            <a:off x="2042727" y="936000"/>
            <a:ext cx="47432" cy="110160"/>
          </a:xfrm>
          <a:prstGeom prst="rect">
            <a:avLst/>
          </a:prstGeom>
          <a:solidFill>
            <a:srgbClr val="F8B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00800" y="1058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rest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594000" y="1044000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9" name="Rectangle 278"/>
          <p:cNvSpPr/>
          <p:nvPr/>
        </p:nvSpPr>
        <p:spPr>
          <a:xfrm>
            <a:off x="639272" y="1044000"/>
            <a:ext cx="47432" cy="110160"/>
          </a:xfrm>
          <a:prstGeom prst="rect">
            <a:avLst/>
          </a:prstGeom>
          <a:solidFill>
            <a:srgbClr val="FEE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0" name="Rectangle 279"/>
          <p:cNvSpPr/>
          <p:nvPr/>
        </p:nvSpPr>
        <p:spPr>
          <a:xfrm>
            <a:off x="684545" y="1044000"/>
            <a:ext cx="47432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1" name="Rectangle 280"/>
          <p:cNvSpPr/>
          <p:nvPr/>
        </p:nvSpPr>
        <p:spPr>
          <a:xfrm>
            <a:off x="729818" y="1044000"/>
            <a:ext cx="47432" cy="110160"/>
          </a:xfrm>
          <a:prstGeom prst="rect">
            <a:avLst/>
          </a:prstGeom>
          <a:solidFill>
            <a:srgbClr val="F7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2" name="Rectangle 281"/>
          <p:cNvSpPr/>
          <p:nvPr/>
        </p:nvSpPr>
        <p:spPr>
          <a:xfrm>
            <a:off x="775090" y="1044000"/>
            <a:ext cx="47432" cy="110160"/>
          </a:xfrm>
          <a:prstGeom prst="rect">
            <a:avLst/>
          </a:prstGeom>
          <a:solidFill>
            <a:srgbClr val="B83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3" name="Rectangle 282"/>
          <p:cNvSpPr/>
          <p:nvPr/>
        </p:nvSpPr>
        <p:spPr>
          <a:xfrm>
            <a:off x="820363" y="1044000"/>
            <a:ext cx="47432" cy="110160"/>
          </a:xfrm>
          <a:prstGeom prst="rect">
            <a:avLst/>
          </a:prstGeom>
          <a:solidFill>
            <a:srgbClr val="E16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4" name="Rectangle 283"/>
          <p:cNvSpPr/>
          <p:nvPr/>
        </p:nvSpPr>
        <p:spPr>
          <a:xfrm>
            <a:off x="865636" y="1044000"/>
            <a:ext cx="47432" cy="110160"/>
          </a:xfrm>
          <a:prstGeom prst="rect">
            <a:avLst/>
          </a:prstGeom>
          <a:solidFill>
            <a:srgbClr val="F27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5" name="Rectangle 284"/>
          <p:cNvSpPr/>
          <p:nvPr/>
        </p:nvSpPr>
        <p:spPr>
          <a:xfrm>
            <a:off x="910909" y="1044000"/>
            <a:ext cx="47432" cy="110160"/>
          </a:xfrm>
          <a:prstGeom prst="rect">
            <a:avLst/>
          </a:prstGeom>
          <a:solidFill>
            <a:srgbClr val="F49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6" name="Rectangle 285"/>
          <p:cNvSpPr/>
          <p:nvPr/>
        </p:nvSpPr>
        <p:spPr>
          <a:xfrm>
            <a:off x="956181" y="1044000"/>
            <a:ext cx="47432" cy="110160"/>
          </a:xfrm>
          <a:prstGeom prst="rect">
            <a:avLst/>
          </a:prstGeom>
          <a:solidFill>
            <a:srgbClr val="F6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7" name="Rectangle 286"/>
          <p:cNvSpPr/>
          <p:nvPr/>
        </p:nvSpPr>
        <p:spPr>
          <a:xfrm>
            <a:off x="1001454" y="1044000"/>
            <a:ext cx="47432" cy="110160"/>
          </a:xfrm>
          <a:prstGeom prst="rect">
            <a:avLst/>
          </a:prstGeom>
          <a:solidFill>
            <a:srgbClr val="F8A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8" name="Rectangle 287"/>
          <p:cNvSpPr/>
          <p:nvPr/>
        </p:nvSpPr>
        <p:spPr>
          <a:xfrm>
            <a:off x="1046727" y="1044000"/>
            <a:ext cx="47432" cy="110160"/>
          </a:xfrm>
          <a:prstGeom prst="rect">
            <a:avLst/>
          </a:prstGeom>
          <a:solidFill>
            <a:srgbClr val="F8B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9" name="Rectangle 288"/>
          <p:cNvSpPr/>
          <p:nvPr/>
        </p:nvSpPr>
        <p:spPr>
          <a:xfrm>
            <a:off x="1092000" y="1044000"/>
            <a:ext cx="47432" cy="110160"/>
          </a:xfrm>
          <a:prstGeom prst="rect">
            <a:avLst/>
          </a:prstGeom>
          <a:solidFill>
            <a:srgbClr val="F9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0" name="Rectangle 289"/>
          <p:cNvSpPr/>
          <p:nvPr/>
        </p:nvSpPr>
        <p:spPr>
          <a:xfrm>
            <a:off x="1137272" y="1044000"/>
            <a:ext cx="47432" cy="110160"/>
          </a:xfrm>
          <a:prstGeom prst="rect">
            <a:avLst/>
          </a:prstGeom>
          <a:solidFill>
            <a:srgbClr val="F9B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1" name="Rectangle 290"/>
          <p:cNvSpPr/>
          <p:nvPr/>
        </p:nvSpPr>
        <p:spPr>
          <a:xfrm>
            <a:off x="1182545" y="1044000"/>
            <a:ext cx="47432" cy="110160"/>
          </a:xfrm>
          <a:prstGeom prst="rect">
            <a:avLst/>
          </a:prstGeom>
          <a:solidFill>
            <a:srgbClr val="FAB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2" name="Rectangle 291"/>
          <p:cNvSpPr/>
          <p:nvPr/>
        </p:nvSpPr>
        <p:spPr>
          <a:xfrm>
            <a:off x="1227818" y="1044000"/>
            <a:ext cx="47432" cy="110160"/>
          </a:xfrm>
          <a:prstGeom prst="rect">
            <a:avLst/>
          </a:prstGeom>
          <a:solidFill>
            <a:srgbClr val="FA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3" name="Rectangle 292"/>
          <p:cNvSpPr/>
          <p:nvPr/>
        </p:nvSpPr>
        <p:spPr>
          <a:xfrm>
            <a:off x="1273090" y="1044000"/>
            <a:ext cx="47432" cy="110160"/>
          </a:xfrm>
          <a:prstGeom prst="rect">
            <a:avLst/>
          </a:prstGeom>
          <a:solidFill>
            <a:srgbClr val="FAC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4" name="Rectangle 293"/>
          <p:cNvSpPr/>
          <p:nvPr/>
        </p:nvSpPr>
        <p:spPr>
          <a:xfrm>
            <a:off x="1318363" y="1044000"/>
            <a:ext cx="47432" cy="110160"/>
          </a:xfrm>
          <a:prstGeom prst="rect">
            <a:avLst/>
          </a:prstGeom>
          <a:solidFill>
            <a:srgbClr val="FAB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5" name="Rectangle 294"/>
          <p:cNvSpPr/>
          <p:nvPr/>
        </p:nvSpPr>
        <p:spPr>
          <a:xfrm>
            <a:off x="1363636" y="1044000"/>
            <a:ext cx="47432" cy="110160"/>
          </a:xfrm>
          <a:prstGeom prst="rect">
            <a:avLst/>
          </a:prstGeom>
          <a:solidFill>
            <a:srgbClr val="FAC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6" name="Rectangle 295"/>
          <p:cNvSpPr/>
          <p:nvPr/>
        </p:nvSpPr>
        <p:spPr>
          <a:xfrm>
            <a:off x="1408909" y="1044000"/>
            <a:ext cx="47432" cy="110160"/>
          </a:xfrm>
          <a:prstGeom prst="rect">
            <a:avLst/>
          </a:prstGeom>
          <a:solidFill>
            <a:srgbClr val="FAC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7" name="Rectangle 296"/>
          <p:cNvSpPr/>
          <p:nvPr/>
        </p:nvSpPr>
        <p:spPr>
          <a:xfrm>
            <a:off x="1454181" y="1044000"/>
            <a:ext cx="47432" cy="110160"/>
          </a:xfrm>
          <a:prstGeom prst="rect">
            <a:avLst/>
          </a:prstGeom>
          <a:solidFill>
            <a:srgbClr val="FAC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8" name="Rectangle 297"/>
          <p:cNvSpPr/>
          <p:nvPr/>
        </p:nvSpPr>
        <p:spPr>
          <a:xfrm>
            <a:off x="1499454" y="1044000"/>
            <a:ext cx="47432" cy="110160"/>
          </a:xfrm>
          <a:prstGeom prst="rect">
            <a:avLst/>
          </a:prstGeom>
          <a:solidFill>
            <a:srgbClr val="FA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9" name="Rectangle 298"/>
          <p:cNvSpPr/>
          <p:nvPr/>
        </p:nvSpPr>
        <p:spPr>
          <a:xfrm>
            <a:off x="1544727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0" name="Rectangle 299"/>
          <p:cNvSpPr/>
          <p:nvPr/>
        </p:nvSpPr>
        <p:spPr>
          <a:xfrm>
            <a:off x="1589999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1" name="Rectangle 300"/>
          <p:cNvSpPr/>
          <p:nvPr/>
        </p:nvSpPr>
        <p:spPr>
          <a:xfrm>
            <a:off x="1635272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2" name="Rectangle 301"/>
          <p:cNvSpPr/>
          <p:nvPr/>
        </p:nvSpPr>
        <p:spPr>
          <a:xfrm>
            <a:off x="1680545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3" name="Rectangle 302"/>
          <p:cNvSpPr/>
          <p:nvPr/>
        </p:nvSpPr>
        <p:spPr>
          <a:xfrm>
            <a:off x="1725818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4" name="Rectangle 303"/>
          <p:cNvSpPr/>
          <p:nvPr/>
        </p:nvSpPr>
        <p:spPr>
          <a:xfrm>
            <a:off x="1771090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5" name="Rectangle 304"/>
          <p:cNvSpPr/>
          <p:nvPr/>
        </p:nvSpPr>
        <p:spPr>
          <a:xfrm>
            <a:off x="1816363" y="1044000"/>
            <a:ext cx="47432" cy="110160"/>
          </a:xfrm>
          <a:prstGeom prst="rect">
            <a:avLst/>
          </a:prstGeom>
          <a:solidFill>
            <a:srgbClr val="FAB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6" name="Rectangle 305"/>
          <p:cNvSpPr/>
          <p:nvPr/>
        </p:nvSpPr>
        <p:spPr>
          <a:xfrm>
            <a:off x="1861636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7" name="Rectangle 306"/>
          <p:cNvSpPr/>
          <p:nvPr/>
        </p:nvSpPr>
        <p:spPr>
          <a:xfrm>
            <a:off x="1906909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8" name="Rectangle 307"/>
          <p:cNvSpPr/>
          <p:nvPr/>
        </p:nvSpPr>
        <p:spPr>
          <a:xfrm>
            <a:off x="1952181" y="1044000"/>
            <a:ext cx="47432" cy="110160"/>
          </a:xfrm>
          <a:prstGeom prst="rect">
            <a:avLst/>
          </a:prstGeom>
          <a:solidFill>
            <a:srgbClr val="FAB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9" name="Rectangle 308"/>
          <p:cNvSpPr/>
          <p:nvPr/>
        </p:nvSpPr>
        <p:spPr>
          <a:xfrm>
            <a:off x="1997454" y="1044000"/>
            <a:ext cx="47432" cy="110160"/>
          </a:xfrm>
          <a:prstGeom prst="rect">
            <a:avLst/>
          </a:prstGeom>
          <a:solidFill>
            <a:srgbClr val="F9B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10" name="Rectangle 309"/>
          <p:cNvSpPr/>
          <p:nvPr/>
        </p:nvSpPr>
        <p:spPr>
          <a:xfrm>
            <a:off x="2042727" y="1044000"/>
            <a:ext cx="47432" cy="110160"/>
          </a:xfrm>
          <a:prstGeom prst="rect">
            <a:avLst/>
          </a:prstGeom>
          <a:solidFill>
            <a:srgbClr val="F9B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11" name="Rectangle 310"/>
          <p:cNvSpPr/>
          <p:nvPr/>
        </p:nvSpPr>
        <p:spPr>
          <a:xfrm>
            <a:off x="594000" y="180000"/>
            <a:ext cx="1493999" cy="971999"/>
          </a:xfrm>
          <a:prstGeom prst="rect">
            <a:avLst/>
          </a:prstGeom>
          <a:noFill/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12" name="Rectangle 311"/>
          <p:cNvSpPr/>
          <p:nvPr/>
        </p:nvSpPr>
        <p:spPr>
          <a:xfrm>
            <a:off x="684545" y="612000"/>
            <a:ext cx="45272" cy="1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313" name="Connector 312"/>
          <p:cNvCxnSpPr/>
          <p:nvPr/>
        </p:nvCxnSpPr>
        <p:spPr>
          <a:xfrm flipV="1">
            <a:off x="737018" y="338400"/>
            <a:ext cx="92400" cy="32760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/>
          <p:cNvSpPr txBox="1"/>
          <p:nvPr/>
        </p:nvSpPr>
        <p:spPr>
          <a:xfrm>
            <a:off x="833945" y="2394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62626"/>
                </a:solidFill>
                <a:latin typeface="Arial"/>
              </a:rPr>
              <a:t>layer 2, end_header: 3.6  (others 0.6);</a:t>
            </a:r>
          </a:p>
          <a:p>
            <a:pPr algn="l"/>
            <a:r>
              <a:rPr sz="600" b="0" i="0">
                <a:solidFill>
                  <a:srgbClr val="262626"/>
                </a:solidFill>
                <a:latin typeface="Arial"/>
              </a:rPr>
              <a:t>spreads from layer 4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508636" y="11699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</a:t>
            </a:r>
          </a:p>
        </p:txBody>
      </p:sp>
      <p:cxnSp>
        <p:nvCxnSpPr>
          <p:cNvPr id="316" name="Connector 315"/>
          <p:cNvCxnSpPr/>
          <p:nvPr/>
        </p:nvCxnSpPr>
        <p:spPr>
          <a:xfrm>
            <a:off x="616636" y="1152000"/>
            <a:ext cx="0" cy="17999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TextBox 316"/>
          <p:cNvSpPr txBox="1"/>
          <p:nvPr/>
        </p:nvSpPr>
        <p:spPr>
          <a:xfrm>
            <a:off x="870818" y="11699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8</a:t>
            </a:r>
          </a:p>
        </p:txBody>
      </p:sp>
      <p:cxnSp>
        <p:nvCxnSpPr>
          <p:cNvPr id="318" name="Connector 317"/>
          <p:cNvCxnSpPr/>
          <p:nvPr/>
        </p:nvCxnSpPr>
        <p:spPr>
          <a:xfrm>
            <a:off x="978818" y="1152000"/>
            <a:ext cx="0" cy="17999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TextBox 318"/>
          <p:cNvSpPr txBox="1"/>
          <p:nvPr/>
        </p:nvSpPr>
        <p:spPr>
          <a:xfrm>
            <a:off x="1233000" y="11699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16</a:t>
            </a:r>
          </a:p>
        </p:txBody>
      </p:sp>
      <p:cxnSp>
        <p:nvCxnSpPr>
          <p:cNvPr id="320" name="Connector 319"/>
          <p:cNvCxnSpPr/>
          <p:nvPr/>
        </p:nvCxnSpPr>
        <p:spPr>
          <a:xfrm>
            <a:off x="1341000" y="1152000"/>
            <a:ext cx="0" cy="17999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TextBox 320"/>
          <p:cNvSpPr txBox="1"/>
          <p:nvPr/>
        </p:nvSpPr>
        <p:spPr>
          <a:xfrm>
            <a:off x="1595181" y="11699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24</a:t>
            </a:r>
          </a:p>
        </p:txBody>
      </p:sp>
      <p:cxnSp>
        <p:nvCxnSpPr>
          <p:cNvPr id="322" name="Connector 321"/>
          <p:cNvCxnSpPr/>
          <p:nvPr/>
        </p:nvCxnSpPr>
        <p:spPr>
          <a:xfrm>
            <a:off x="1703181" y="1152000"/>
            <a:ext cx="0" cy="17999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TextBox 322"/>
          <p:cNvSpPr txBox="1"/>
          <p:nvPr/>
        </p:nvSpPr>
        <p:spPr>
          <a:xfrm>
            <a:off x="1957363" y="11699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32</a:t>
            </a:r>
          </a:p>
        </p:txBody>
      </p:sp>
      <p:cxnSp>
        <p:nvCxnSpPr>
          <p:cNvPr id="324" name="Connector 323"/>
          <p:cNvCxnSpPr/>
          <p:nvPr/>
        </p:nvCxnSpPr>
        <p:spPr>
          <a:xfrm>
            <a:off x="2065363" y="1152000"/>
            <a:ext cx="0" cy="17999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TextBox 324"/>
          <p:cNvSpPr txBox="1"/>
          <p:nvPr/>
        </p:nvSpPr>
        <p:spPr>
          <a:xfrm>
            <a:off x="594000" y="1252799"/>
            <a:ext cx="149399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layer</a:t>
            </a:r>
          </a:p>
        </p:txBody>
      </p:sp>
      <p:sp>
        <p:nvSpPr>
          <p:cNvPr id="326" name="TextBox 325"/>
          <p:cNvSpPr txBox="1"/>
          <p:nvPr/>
        </p:nvSpPr>
        <p:spPr>
          <a:xfrm rot="16200000">
            <a:off x="-428400" y="637199"/>
            <a:ext cx="971999" cy="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prompt position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2124000" y="1127700"/>
            <a:ext cx="57600" cy="264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28" name="Rectangle 327"/>
          <p:cNvSpPr/>
          <p:nvPr/>
        </p:nvSpPr>
        <p:spPr>
          <a:xfrm>
            <a:off x="2124000" y="1103400"/>
            <a:ext cx="57600" cy="26460"/>
          </a:xfrm>
          <a:prstGeom prst="rect">
            <a:avLst/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29" name="Rectangle 328"/>
          <p:cNvSpPr/>
          <p:nvPr/>
        </p:nvSpPr>
        <p:spPr>
          <a:xfrm>
            <a:off x="2124000" y="1079099"/>
            <a:ext cx="57600" cy="26460"/>
          </a:xfrm>
          <a:prstGeom prst="rect">
            <a:avLst/>
          </a:prstGeom>
          <a:solidFill>
            <a:srgbClr val="FEE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0" name="Rectangle 329"/>
          <p:cNvSpPr/>
          <p:nvPr/>
        </p:nvSpPr>
        <p:spPr>
          <a:xfrm>
            <a:off x="2124000" y="1054800"/>
            <a:ext cx="57600" cy="26460"/>
          </a:xfrm>
          <a:prstGeom prst="rect">
            <a:avLst/>
          </a:prstGeom>
          <a:solidFill>
            <a:srgbClr val="FEEA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1" name="Rectangle 330"/>
          <p:cNvSpPr/>
          <p:nvPr/>
        </p:nvSpPr>
        <p:spPr>
          <a:xfrm>
            <a:off x="2124000" y="1030499"/>
            <a:ext cx="57600" cy="26460"/>
          </a:xfrm>
          <a:prstGeom prst="rect">
            <a:avLst/>
          </a:prstGeom>
          <a:solidFill>
            <a:srgbClr val="FE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2" name="Rectangle 331"/>
          <p:cNvSpPr/>
          <p:nvPr/>
        </p:nvSpPr>
        <p:spPr>
          <a:xfrm>
            <a:off x="2124000" y="1006200"/>
            <a:ext cx="57600" cy="26460"/>
          </a:xfrm>
          <a:prstGeom prst="rect">
            <a:avLst/>
          </a:prstGeom>
          <a:solidFill>
            <a:srgbClr val="FEE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3" name="Rectangle 332"/>
          <p:cNvSpPr/>
          <p:nvPr/>
        </p:nvSpPr>
        <p:spPr>
          <a:xfrm>
            <a:off x="2124000" y="981899"/>
            <a:ext cx="57600" cy="26460"/>
          </a:xfrm>
          <a:prstGeom prst="rect">
            <a:avLst/>
          </a:prstGeom>
          <a:solidFill>
            <a:srgbClr val="FDD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4" name="Rectangle 333"/>
          <p:cNvSpPr/>
          <p:nvPr/>
        </p:nvSpPr>
        <p:spPr>
          <a:xfrm>
            <a:off x="2124000" y="957599"/>
            <a:ext cx="57600" cy="26460"/>
          </a:xfrm>
          <a:prstGeom prst="rect">
            <a:avLst/>
          </a:prstGeom>
          <a:solidFill>
            <a:srgbClr val="FDD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5" name="Rectangle 334"/>
          <p:cNvSpPr/>
          <p:nvPr/>
        </p:nvSpPr>
        <p:spPr>
          <a:xfrm>
            <a:off x="2124000" y="933299"/>
            <a:ext cx="57600" cy="26460"/>
          </a:xfrm>
          <a:prstGeom prst="rect">
            <a:avLst/>
          </a:prstGeom>
          <a:solidFill>
            <a:srgbClr val="FDD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6" name="Rectangle 335"/>
          <p:cNvSpPr/>
          <p:nvPr/>
        </p:nvSpPr>
        <p:spPr>
          <a:xfrm>
            <a:off x="2124000" y="909000"/>
            <a:ext cx="57600" cy="26460"/>
          </a:xfrm>
          <a:prstGeom prst="rect">
            <a:avLst/>
          </a:prstGeom>
          <a:solidFill>
            <a:srgbClr val="FCD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7" name="Rectangle 336"/>
          <p:cNvSpPr/>
          <p:nvPr/>
        </p:nvSpPr>
        <p:spPr>
          <a:xfrm>
            <a:off x="2124000" y="884699"/>
            <a:ext cx="57600" cy="26460"/>
          </a:xfrm>
          <a:prstGeom prst="rect">
            <a:avLst/>
          </a:prstGeom>
          <a:solidFill>
            <a:srgbClr val="FBC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8" name="Rectangle 337"/>
          <p:cNvSpPr/>
          <p:nvPr/>
        </p:nvSpPr>
        <p:spPr>
          <a:xfrm>
            <a:off x="2124000" y="860399"/>
            <a:ext cx="57600" cy="26460"/>
          </a:xfrm>
          <a:prstGeom prst="rect">
            <a:avLst/>
          </a:prstGeom>
          <a:solidFill>
            <a:srgbClr val="FA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9" name="Rectangle 338"/>
          <p:cNvSpPr/>
          <p:nvPr/>
        </p:nvSpPr>
        <p:spPr>
          <a:xfrm>
            <a:off x="2124000" y="836099"/>
            <a:ext cx="57600" cy="26460"/>
          </a:xfrm>
          <a:prstGeom prst="rect">
            <a:avLst/>
          </a:prstGeom>
          <a:solidFill>
            <a:srgbClr val="F9B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0" name="Rectangle 339"/>
          <p:cNvSpPr/>
          <p:nvPr/>
        </p:nvSpPr>
        <p:spPr>
          <a:xfrm>
            <a:off x="2124000" y="811800"/>
            <a:ext cx="57600" cy="26460"/>
          </a:xfrm>
          <a:prstGeom prst="rect">
            <a:avLst/>
          </a:prstGeom>
          <a:solidFill>
            <a:srgbClr val="F8A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1" name="Rectangle 340"/>
          <p:cNvSpPr/>
          <p:nvPr/>
        </p:nvSpPr>
        <p:spPr>
          <a:xfrm>
            <a:off x="2124000" y="787500"/>
            <a:ext cx="57600" cy="26460"/>
          </a:xfrm>
          <a:prstGeom prst="rect">
            <a:avLst/>
          </a:prstGeom>
          <a:solidFill>
            <a:srgbClr val="F7A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2" name="Rectangle 341"/>
          <p:cNvSpPr/>
          <p:nvPr/>
        </p:nvSpPr>
        <p:spPr>
          <a:xfrm>
            <a:off x="2124000" y="763200"/>
            <a:ext cx="57600" cy="26460"/>
          </a:xfrm>
          <a:prstGeom prst="rect">
            <a:avLst/>
          </a:prstGeom>
          <a:solidFill>
            <a:srgbClr val="F69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3" name="Rectangle 342"/>
          <p:cNvSpPr/>
          <p:nvPr/>
        </p:nvSpPr>
        <p:spPr>
          <a:xfrm>
            <a:off x="2124000" y="738899"/>
            <a:ext cx="57600" cy="26460"/>
          </a:xfrm>
          <a:prstGeom prst="rect">
            <a:avLst/>
          </a:prstGeom>
          <a:solidFill>
            <a:srgbClr val="F59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4" name="Rectangle 343"/>
          <p:cNvSpPr/>
          <p:nvPr/>
        </p:nvSpPr>
        <p:spPr>
          <a:xfrm>
            <a:off x="2124000" y="714600"/>
            <a:ext cx="57600" cy="26460"/>
          </a:xfrm>
          <a:prstGeom prst="rect">
            <a:avLst/>
          </a:prstGeom>
          <a:solidFill>
            <a:srgbClr val="F4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5" name="Rectangle 344"/>
          <p:cNvSpPr/>
          <p:nvPr/>
        </p:nvSpPr>
        <p:spPr>
          <a:xfrm>
            <a:off x="2124000" y="690299"/>
            <a:ext cx="57600" cy="26460"/>
          </a:xfrm>
          <a:prstGeom prst="rect">
            <a:avLst/>
          </a:prstGeom>
          <a:solidFill>
            <a:srgbClr val="F389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6" name="Rectangle 345"/>
          <p:cNvSpPr/>
          <p:nvPr/>
        </p:nvSpPr>
        <p:spPr>
          <a:xfrm>
            <a:off x="2124000" y="666000"/>
            <a:ext cx="57600" cy="26460"/>
          </a:xfrm>
          <a:prstGeom prst="rect">
            <a:avLst/>
          </a:prstGeom>
          <a:solidFill>
            <a:srgbClr val="F28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7" name="Rectangle 346"/>
          <p:cNvSpPr/>
          <p:nvPr/>
        </p:nvSpPr>
        <p:spPr>
          <a:xfrm>
            <a:off x="2124000" y="641699"/>
            <a:ext cx="57600" cy="26460"/>
          </a:xfrm>
          <a:prstGeom prst="rect">
            <a:avLst/>
          </a:prstGeom>
          <a:solidFill>
            <a:srgbClr val="F2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8" name="Rectangle 347"/>
          <p:cNvSpPr/>
          <p:nvPr/>
        </p:nvSpPr>
        <p:spPr>
          <a:xfrm>
            <a:off x="2124000" y="617400"/>
            <a:ext cx="57600" cy="26460"/>
          </a:xfrm>
          <a:prstGeom prst="rect">
            <a:avLst/>
          </a:prstGeom>
          <a:solidFill>
            <a:srgbClr val="F1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9" name="Rectangle 348"/>
          <p:cNvSpPr/>
          <p:nvPr/>
        </p:nvSpPr>
        <p:spPr>
          <a:xfrm>
            <a:off x="2124000" y="593100"/>
            <a:ext cx="57600" cy="26460"/>
          </a:xfrm>
          <a:prstGeom prst="rect">
            <a:avLst/>
          </a:prstGeom>
          <a:solidFill>
            <a:srgbClr val="EF6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0" name="Rectangle 349"/>
          <p:cNvSpPr/>
          <p:nvPr/>
        </p:nvSpPr>
        <p:spPr>
          <a:xfrm>
            <a:off x="2124000" y="568800"/>
            <a:ext cx="57600" cy="26460"/>
          </a:xfrm>
          <a:prstGeom prst="rect">
            <a:avLst/>
          </a:prstGeom>
          <a:solidFill>
            <a:srgbClr val="E96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1" name="Rectangle 350"/>
          <p:cNvSpPr/>
          <p:nvPr/>
        </p:nvSpPr>
        <p:spPr>
          <a:xfrm>
            <a:off x="2124000" y="544499"/>
            <a:ext cx="57600" cy="26460"/>
          </a:xfrm>
          <a:prstGeom prst="rect">
            <a:avLst/>
          </a:prstGeom>
          <a:solidFill>
            <a:srgbClr val="E26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2" name="Rectangle 351"/>
          <p:cNvSpPr/>
          <p:nvPr/>
        </p:nvSpPr>
        <p:spPr>
          <a:xfrm>
            <a:off x="2124000" y="520200"/>
            <a:ext cx="57600" cy="26460"/>
          </a:xfrm>
          <a:prstGeom prst="rect">
            <a:avLst/>
          </a:prstGeom>
          <a:solidFill>
            <a:srgbClr val="DC5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3" name="Rectangle 352"/>
          <p:cNvSpPr/>
          <p:nvPr/>
        </p:nvSpPr>
        <p:spPr>
          <a:xfrm>
            <a:off x="2124000" y="495900"/>
            <a:ext cx="57600" cy="26460"/>
          </a:xfrm>
          <a:prstGeom prst="rect">
            <a:avLst/>
          </a:prstGeom>
          <a:solidFill>
            <a:srgbClr val="D6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4" name="Rectangle 353"/>
          <p:cNvSpPr/>
          <p:nvPr/>
        </p:nvSpPr>
        <p:spPr>
          <a:xfrm>
            <a:off x="2124000" y="471599"/>
            <a:ext cx="57600" cy="26460"/>
          </a:xfrm>
          <a:prstGeom prst="rect">
            <a:avLst/>
          </a:prstGeom>
          <a:solidFill>
            <a:srgbClr val="D05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5" name="Rectangle 354"/>
          <p:cNvSpPr/>
          <p:nvPr/>
        </p:nvSpPr>
        <p:spPr>
          <a:xfrm>
            <a:off x="2124000" y="447299"/>
            <a:ext cx="57600" cy="26460"/>
          </a:xfrm>
          <a:prstGeom prst="rect">
            <a:avLst/>
          </a:prstGeom>
          <a:solidFill>
            <a:srgbClr val="CA4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6" name="Rectangle 355"/>
          <p:cNvSpPr/>
          <p:nvPr/>
        </p:nvSpPr>
        <p:spPr>
          <a:xfrm>
            <a:off x="2124000" y="423000"/>
            <a:ext cx="57600" cy="26460"/>
          </a:xfrm>
          <a:prstGeom prst="rect">
            <a:avLst/>
          </a:prstGeom>
          <a:solidFill>
            <a:srgbClr val="C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7" name="Rectangle 356"/>
          <p:cNvSpPr/>
          <p:nvPr/>
        </p:nvSpPr>
        <p:spPr>
          <a:xfrm>
            <a:off x="2124000" y="398700"/>
            <a:ext cx="57600" cy="26460"/>
          </a:xfrm>
          <a:prstGeom prst="rect">
            <a:avLst/>
          </a:prstGeom>
          <a:solidFill>
            <a:srgbClr val="BE4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8" name="Rectangle 357"/>
          <p:cNvSpPr/>
          <p:nvPr/>
        </p:nvSpPr>
        <p:spPr>
          <a:xfrm>
            <a:off x="2124000" y="374400"/>
            <a:ext cx="57600" cy="26460"/>
          </a:xfrm>
          <a:prstGeom prst="rect">
            <a:avLst/>
          </a:prstGeom>
          <a:solidFill>
            <a:srgbClr val="B93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9" name="Rectangle 358"/>
          <p:cNvSpPr/>
          <p:nvPr/>
        </p:nvSpPr>
        <p:spPr>
          <a:xfrm>
            <a:off x="2124000" y="350099"/>
            <a:ext cx="57600" cy="26460"/>
          </a:xfrm>
          <a:prstGeom prst="rect">
            <a:avLst/>
          </a:prstGeom>
          <a:solidFill>
            <a:srgbClr val="B33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0" name="Rectangle 359"/>
          <p:cNvSpPr/>
          <p:nvPr/>
        </p:nvSpPr>
        <p:spPr>
          <a:xfrm>
            <a:off x="2124000" y="325799"/>
            <a:ext cx="57600" cy="26460"/>
          </a:xfrm>
          <a:prstGeom prst="rect">
            <a:avLst/>
          </a:prstGeom>
          <a:solidFill>
            <a:srgbClr val="AD3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1" name="Rectangle 360"/>
          <p:cNvSpPr/>
          <p:nvPr/>
        </p:nvSpPr>
        <p:spPr>
          <a:xfrm>
            <a:off x="2124000" y="301499"/>
            <a:ext cx="57600" cy="26460"/>
          </a:xfrm>
          <a:prstGeom prst="rect">
            <a:avLst/>
          </a:prstGeom>
          <a:solidFill>
            <a:srgbClr val="A72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2" name="Rectangle 361"/>
          <p:cNvSpPr/>
          <p:nvPr/>
        </p:nvSpPr>
        <p:spPr>
          <a:xfrm>
            <a:off x="2124000" y="277200"/>
            <a:ext cx="57600" cy="26460"/>
          </a:xfrm>
          <a:prstGeom prst="rect">
            <a:avLst/>
          </a:prstGeom>
          <a:solidFill>
            <a:srgbClr val="A2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3" name="Rectangle 362"/>
          <p:cNvSpPr/>
          <p:nvPr/>
        </p:nvSpPr>
        <p:spPr>
          <a:xfrm>
            <a:off x="2124000" y="252900"/>
            <a:ext cx="57600" cy="26460"/>
          </a:xfrm>
          <a:prstGeom prst="rect">
            <a:avLst/>
          </a:prstGeom>
          <a:solidFill>
            <a:srgbClr val="9C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4" name="Rectangle 363"/>
          <p:cNvSpPr/>
          <p:nvPr/>
        </p:nvSpPr>
        <p:spPr>
          <a:xfrm>
            <a:off x="2124000" y="228599"/>
            <a:ext cx="57600" cy="26460"/>
          </a:xfrm>
          <a:prstGeom prst="rect">
            <a:avLst/>
          </a:prstGeom>
          <a:solidFill>
            <a:srgbClr val="97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5" name="Rectangle 364"/>
          <p:cNvSpPr/>
          <p:nvPr/>
        </p:nvSpPr>
        <p:spPr>
          <a:xfrm>
            <a:off x="2124000" y="204300"/>
            <a:ext cx="57600" cy="26460"/>
          </a:xfrm>
          <a:prstGeom prst="rect">
            <a:avLst/>
          </a:prstGeom>
          <a:solidFill>
            <a:srgbClr val="911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6" name="Rectangle 365"/>
          <p:cNvSpPr/>
          <p:nvPr/>
        </p:nvSpPr>
        <p:spPr>
          <a:xfrm>
            <a:off x="2124000" y="180000"/>
            <a:ext cx="57600" cy="26460"/>
          </a:xfrm>
          <a:prstGeom prst="rect">
            <a:avLst/>
          </a:prstGeom>
          <a:solidFill>
            <a:srgbClr val="8C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2196000" y="16200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≥4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2196000" y="10943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0</a:t>
            </a:r>
          </a:p>
        </p:txBody>
      </p:sp>
      <p:sp>
        <p:nvSpPr>
          <p:cNvPr id="369" name="TextBox 368"/>
          <p:cNvSpPr txBox="1"/>
          <p:nvPr/>
        </p:nvSpPr>
        <p:spPr>
          <a:xfrm rot="16200000">
            <a:off x="1864800" y="637199"/>
            <a:ext cx="791999" cy="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rel. error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2376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(b)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2556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Error by token class</a:t>
            </a:r>
          </a:p>
        </p:txBody>
      </p:sp>
      <p:cxnSp>
        <p:nvCxnSpPr>
          <p:cNvPr id="372" name="Connector 371"/>
          <p:cNvCxnSpPr/>
          <p:nvPr/>
        </p:nvCxnSpPr>
        <p:spPr>
          <a:xfrm>
            <a:off x="2754000" y="216000"/>
            <a:ext cx="0" cy="9360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2754000" y="1152000"/>
            <a:ext cx="737999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2754000" y="1152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TextBox 374"/>
          <p:cNvSpPr txBox="1"/>
          <p:nvPr/>
        </p:nvSpPr>
        <p:spPr>
          <a:xfrm>
            <a:off x="2538000" y="1180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0.0</a:t>
            </a:r>
          </a:p>
        </p:txBody>
      </p:sp>
      <p:cxnSp>
        <p:nvCxnSpPr>
          <p:cNvPr id="376" name="Connector 375"/>
          <p:cNvCxnSpPr/>
          <p:nvPr/>
        </p:nvCxnSpPr>
        <p:spPr>
          <a:xfrm>
            <a:off x="3089454" y="1152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TextBox 376"/>
          <p:cNvSpPr txBox="1"/>
          <p:nvPr/>
        </p:nvSpPr>
        <p:spPr>
          <a:xfrm>
            <a:off x="2873454" y="1180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0.5</a:t>
            </a:r>
          </a:p>
        </p:txBody>
      </p:sp>
      <p:cxnSp>
        <p:nvCxnSpPr>
          <p:cNvPr id="378" name="Connector 377"/>
          <p:cNvCxnSpPr/>
          <p:nvPr/>
        </p:nvCxnSpPr>
        <p:spPr>
          <a:xfrm>
            <a:off x="3424909" y="1152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TextBox 378"/>
          <p:cNvSpPr txBox="1"/>
          <p:nvPr/>
        </p:nvSpPr>
        <p:spPr>
          <a:xfrm>
            <a:off x="3208909" y="1180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1.0</a:t>
            </a:r>
          </a:p>
        </p:txBody>
      </p:sp>
      <p:cxnSp>
        <p:nvCxnSpPr>
          <p:cNvPr id="380" name="Connector 379"/>
          <p:cNvCxnSpPr/>
          <p:nvPr/>
        </p:nvCxnSpPr>
        <p:spPr>
          <a:xfrm>
            <a:off x="3089454" y="216000"/>
            <a:ext cx="0" cy="9360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3424909" y="216000"/>
            <a:ext cx="0" cy="9360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TextBox 381"/>
          <p:cNvSpPr txBox="1"/>
          <p:nvPr/>
        </p:nvSpPr>
        <p:spPr>
          <a:xfrm>
            <a:off x="2754000" y="1274400"/>
            <a:ext cx="737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relative error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2754000" y="249696"/>
            <a:ext cx="54544" cy="119808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2830144" y="270000"/>
            <a:ext cx="18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92C21"/>
                </a:solidFill>
                <a:latin typeface="Arial"/>
              </a:rPr>
              <a:t>0.08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2376000" y="270000"/>
            <a:ext cx="36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A92C21"/>
                </a:solidFill>
                <a:latin typeface="Arial"/>
              </a:rPr>
              <a:t>BOS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2754000" y="436895"/>
            <a:ext cx="650178" cy="119808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3425778" y="457199"/>
            <a:ext cx="18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0.97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2376000" y="457199"/>
            <a:ext cx="36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A86208"/>
                </a:solidFill>
                <a:latin typeface="Arial"/>
              </a:rPr>
              <a:t>template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2754000" y="624095"/>
            <a:ext cx="530890" cy="119808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3306490" y="644399"/>
            <a:ext cx="18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0.79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2376000" y="644399"/>
            <a:ext cx="36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A86208"/>
                </a:solidFill>
                <a:latin typeface="Arial"/>
              </a:rPr>
              <a:t>newline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2754000" y="811296"/>
            <a:ext cx="372690" cy="119808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3148290" y="831600"/>
            <a:ext cx="18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0.56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2376000" y="831600"/>
            <a:ext cx="36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user text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2754000" y="998496"/>
            <a:ext cx="225895" cy="119808"/>
          </a:xfrm>
          <a:prstGeom prst="rect">
            <a:avLst/>
          </a:prstGeom>
          <a:solidFill>
            <a:srgbClr val="3B7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3001495" y="1018800"/>
            <a:ext cx="18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4588C"/>
                </a:solidFill>
                <a:latin typeface="Arial"/>
              </a:rPr>
              <a:t>0.34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2376000" y="1018800"/>
            <a:ext cx="36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4588C"/>
                </a:solidFill>
                <a:latin typeface="Arial"/>
              </a:rPr>
              <a:t>response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2484000" y="1382400"/>
            <a:ext cx="1205999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block output after the sink-forming</a:t>
            </a:r>
          </a:p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layer, GPTQ against fp16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3726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(c)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3906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Error by readout quintile</a:t>
            </a:r>
          </a:p>
        </p:txBody>
      </p:sp>
      <p:cxnSp>
        <p:nvCxnSpPr>
          <p:cNvPr id="401" name="Connector 400"/>
          <p:cNvCxnSpPr/>
          <p:nvPr/>
        </p:nvCxnSpPr>
        <p:spPr>
          <a:xfrm>
            <a:off x="3949199" y="198000"/>
            <a:ext cx="0" cy="10800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3949199" y="1278000"/>
            <a:ext cx="8568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4805999" y="198000"/>
            <a:ext cx="0" cy="1080000"/>
          </a:xfrm>
          <a:prstGeom prst="line">
            <a:avLst/>
          </a:prstGeom>
          <a:ln w="762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3923999" y="12780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>
            <a:off x="3949199" y="1278000"/>
            <a:ext cx="8568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6" name="TextBox 405"/>
          <p:cNvSpPr txBox="1"/>
          <p:nvPr/>
        </p:nvSpPr>
        <p:spPr>
          <a:xfrm>
            <a:off x="3488400" y="12384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0.3</a:t>
            </a:r>
          </a:p>
        </p:txBody>
      </p:sp>
      <p:cxnSp>
        <p:nvCxnSpPr>
          <p:cNvPr id="407" name="Connector 406"/>
          <p:cNvCxnSpPr/>
          <p:nvPr/>
        </p:nvCxnSpPr>
        <p:spPr>
          <a:xfrm>
            <a:off x="3923999" y="1038403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>
            <a:off x="3949199" y="1038403"/>
            <a:ext cx="8568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TextBox 408"/>
          <p:cNvSpPr txBox="1"/>
          <p:nvPr/>
        </p:nvSpPr>
        <p:spPr>
          <a:xfrm>
            <a:off x="3488400" y="998803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0.5</a:t>
            </a:r>
          </a:p>
        </p:txBody>
      </p:sp>
      <p:cxnSp>
        <p:nvCxnSpPr>
          <p:cNvPr id="410" name="Connector 409"/>
          <p:cNvCxnSpPr/>
          <p:nvPr/>
        </p:nvCxnSpPr>
        <p:spPr>
          <a:xfrm>
            <a:off x="3923999" y="71329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>
            <a:off x="3949199" y="713290"/>
            <a:ext cx="8568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2" name="TextBox 411"/>
          <p:cNvSpPr txBox="1"/>
          <p:nvPr/>
        </p:nvSpPr>
        <p:spPr>
          <a:xfrm>
            <a:off x="3488400" y="67369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cxnSp>
        <p:nvCxnSpPr>
          <p:cNvPr id="413" name="Connector 412"/>
          <p:cNvCxnSpPr/>
          <p:nvPr/>
        </p:nvCxnSpPr>
        <p:spPr>
          <a:xfrm>
            <a:off x="3923999" y="388178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3949199" y="388178"/>
            <a:ext cx="8568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5" name="TextBox 414"/>
          <p:cNvSpPr txBox="1"/>
          <p:nvPr/>
        </p:nvSpPr>
        <p:spPr>
          <a:xfrm>
            <a:off x="3488400" y="348578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2</a:t>
            </a:r>
          </a:p>
        </p:txBody>
      </p:sp>
      <p:cxnSp>
        <p:nvCxnSpPr>
          <p:cNvPr id="416" name="Connector 415"/>
          <p:cNvCxnSpPr/>
          <p:nvPr/>
        </p:nvCxnSpPr>
        <p:spPr>
          <a:xfrm>
            <a:off x="3923999" y="197999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3949199" y="197999"/>
            <a:ext cx="8568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TextBox 417"/>
          <p:cNvSpPr txBox="1"/>
          <p:nvPr/>
        </p:nvSpPr>
        <p:spPr>
          <a:xfrm>
            <a:off x="3488400" y="158399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3</a:t>
            </a:r>
          </a:p>
        </p:txBody>
      </p:sp>
      <p:cxnSp>
        <p:nvCxnSpPr>
          <p:cNvPr id="419" name="Connector 418"/>
          <p:cNvCxnSpPr/>
          <p:nvPr/>
        </p:nvCxnSpPr>
        <p:spPr>
          <a:xfrm>
            <a:off x="4805999" y="1278000"/>
            <a:ext cx="25200" cy="0"/>
          </a:xfrm>
          <a:prstGeom prst="line">
            <a:avLst/>
          </a:prstGeom>
          <a:ln w="635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" name="TextBox 419"/>
          <p:cNvSpPr txBox="1"/>
          <p:nvPr/>
        </p:nvSpPr>
        <p:spPr>
          <a:xfrm>
            <a:off x="4841999" y="1238400"/>
            <a:ext cx="16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0.0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4805999" y="917999"/>
            <a:ext cx="25200" cy="0"/>
          </a:xfrm>
          <a:prstGeom prst="line">
            <a:avLst/>
          </a:prstGeom>
          <a:ln w="635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4841999" y="878400"/>
            <a:ext cx="16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0.2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4805999" y="557999"/>
            <a:ext cx="25200" cy="0"/>
          </a:xfrm>
          <a:prstGeom prst="line">
            <a:avLst/>
          </a:prstGeom>
          <a:ln w="635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4841999" y="518399"/>
            <a:ext cx="16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0.4</a:t>
            </a:r>
          </a:p>
        </p:txBody>
      </p:sp>
      <p:cxnSp>
        <p:nvCxnSpPr>
          <p:cNvPr id="425" name="Connector 424"/>
          <p:cNvCxnSpPr/>
          <p:nvPr/>
        </p:nvCxnSpPr>
        <p:spPr>
          <a:xfrm>
            <a:off x="4805999" y="197999"/>
            <a:ext cx="25200" cy="0"/>
          </a:xfrm>
          <a:prstGeom prst="line">
            <a:avLst/>
          </a:prstGeom>
          <a:ln w="635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TextBox 425"/>
          <p:cNvSpPr txBox="1"/>
          <p:nvPr/>
        </p:nvSpPr>
        <p:spPr>
          <a:xfrm>
            <a:off x="4841999" y="158399"/>
            <a:ext cx="16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0.6</a:t>
            </a:r>
          </a:p>
        </p:txBody>
      </p:sp>
      <p:sp>
        <p:nvSpPr>
          <p:cNvPr id="427" name="Rectangle 426"/>
          <p:cNvSpPr/>
          <p:nvPr/>
        </p:nvSpPr>
        <p:spPr>
          <a:xfrm>
            <a:off x="3980044" y="1089178"/>
            <a:ext cx="109670" cy="188821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3949199" y="1299600"/>
            <a:ext cx="1713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Q1</a:t>
            </a:r>
          </a:p>
        </p:txBody>
      </p:sp>
      <p:sp>
        <p:nvSpPr>
          <p:cNvPr id="429" name="Rectangle 428"/>
          <p:cNvSpPr/>
          <p:nvPr/>
        </p:nvSpPr>
        <p:spPr>
          <a:xfrm>
            <a:off x="4151404" y="1105126"/>
            <a:ext cx="109670" cy="172873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4120560" y="1299600"/>
            <a:ext cx="1713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Q2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4322764" y="1072038"/>
            <a:ext cx="109670" cy="205961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4291920" y="1299600"/>
            <a:ext cx="1713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Q3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4494124" y="951950"/>
            <a:ext cx="109670" cy="326049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4463279" y="1299600"/>
            <a:ext cx="1713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Q4</a:t>
            </a:r>
          </a:p>
        </p:txBody>
      </p:sp>
      <p:sp>
        <p:nvSpPr>
          <p:cNvPr id="435" name="Rectangle 434"/>
          <p:cNvSpPr/>
          <p:nvPr/>
        </p:nvSpPr>
        <p:spPr>
          <a:xfrm>
            <a:off x="4665484" y="333100"/>
            <a:ext cx="109670" cy="944899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4634640" y="1299600"/>
            <a:ext cx="1713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Q5</a:t>
            </a:r>
          </a:p>
        </p:txBody>
      </p:sp>
      <p:cxnSp>
        <p:nvCxnSpPr>
          <p:cNvPr id="437" name="Connector 436"/>
          <p:cNvCxnSpPr/>
          <p:nvPr/>
        </p:nvCxnSpPr>
        <p:spPr>
          <a:xfrm flipV="1">
            <a:off x="4034879" y="1242000"/>
            <a:ext cx="171361" cy="18000"/>
          </a:xfrm>
          <a:prstGeom prst="line">
            <a:avLst/>
          </a:prstGeom>
          <a:ln w="1397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4206240" y="1115999"/>
            <a:ext cx="171359" cy="126001"/>
          </a:xfrm>
          <a:prstGeom prst="line">
            <a:avLst/>
          </a:prstGeom>
          <a:ln w="1397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4377599" y="665999"/>
            <a:ext cx="171360" cy="450000"/>
          </a:xfrm>
          <a:prstGeom prst="line">
            <a:avLst/>
          </a:prstGeom>
          <a:ln w="1397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4548959" y="305999"/>
            <a:ext cx="171360" cy="360000"/>
          </a:xfrm>
          <a:prstGeom prst="line">
            <a:avLst/>
          </a:prstGeom>
          <a:ln w="1397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1" name="Oval 440"/>
          <p:cNvSpPr/>
          <p:nvPr/>
        </p:nvSpPr>
        <p:spPr>
          <a:xfrm>
            <a:off x="4002479" y="1227600"/>
            <a:ext cx="64800" cy="64800"/>
          </a:xfrm>
          <a:prstGeom prst="ellipse">
            <a:avLst/>
          </a:prstGeom>
          <a:solidFill>
            <a:srgbClr val="E88E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2" name="Oval 441"/>
          <p:cNvSpPr/>
          <p:nvPr/>
        </p:nvSpPr>
        <p:spPr>
          <a:xfrm>
            <a:off x="4173840" y="1209600"/>
            <a:ext cx="64800" cy="64800"/>
          </a:xfrm>
          <a:prstGeom prst="ellipse">
            <a:avLst/>
          </a:prstGeom>
          <a:solidFill>
            <a:srgbClr val="E88E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3" name="Oval 442"/>
          <p:cNvSpPr/>
          <p:nvPr/>
        </p:nvSpPr>
        <p:spPr>
          <a:xfrm>
            <a:off x="4345199" y="1083600"/>
            <a:ext cx="64800" cy="64800"/>
          </a:xfrm>
          <a:prstGeom prst="ellipse">
            <a:avLst/>
          </a:prstGeom>
          <a:solidFill>
            <a:srgbClr val="E88E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4" name="Oval 443"/>
          <p:cNvSpPr/>
          <p:nvPr/>
        </p:nvSpPr>
        <p:spPr>
          <a:xfrm>
            <a:off x="4516559" y="633599"/>
            <a:ext cx="64800" cy="64800"/>
          </a:xfrm>
          <a:prstGeom prst="ellipse">
            <a:avLst/>
          </a:prstGeom>
          <a:solidFill>
            <a:srgbClr val="E88E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5" name="Oval 444"/>
          <p:cNvSpPr/>
          <p:nvPr/>
        </p:nvSpPr>
        <p:spPr>
          <a:xfrm>
            <a:off x="4687919" y="273599"/>
            <a:ext cx="64800" cy="64800"/>
          </a:xfrm>
          <a:prstGeom prst="ellipse">
            <a:avLst/>
          </a:prstGeom>
          <a:solidFill>
            <a:srgbClr val="E88E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6" name="TextBox 445"/>
          <p:cNvSpPr txBox="1"/>
          <p:nvPr/>
        </p:nvSpPr>
        <p:spPr>
          <a:xfrm rot="16200000">
            <a:off x="3232800" y="684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relative error (bars)</a:t>
            </a:r>
          </a:p>
        </p:txBody>
      </p:sp>
      <p:sp>
        <p:nvSpPr>
          <p:cNvPr id="447" name="TextBox 446"/>
          <p:cNvSpPr txBox="1"/>
          <p:nvPr/>
        </p:nvSpPr>
        <p:spPr>
          <a:xfrm rot="16200000">
            <a:off x="4438799" y="684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share of template tokens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3834000" y="1407600"/>
            <a:ext cx="1205999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tokens binned by the lesion row's</a:t>
            </a:r>
          </a:p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readout, lowest to highest fifth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00" cy="1655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Error by layer and prompt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800" y="194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BOS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000" y="180000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639272" y="180000"/>
            <a:ext cx="47432" cy="11016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684545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729818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775090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820363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865636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910909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956181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001454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1046727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092000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137272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1182545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227818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273090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1318363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363636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408909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454181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1499454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544727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1589999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1635272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1680545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1725818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1771090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1816363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1861636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1906909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1952181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1997454" y="180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2042727" y="180000"/>
            <a:ext cx="47432" cy="110160"/>
          </a:xfrm>
          <a:prstGeom prst="rect">
            <a:avLst/>
          </a:prstGeom>
          <a:solidFill>
            <a:srgbClr val="FEE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800" y="302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BOS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000" y="288000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639272" y="288000"/>
            <a:ext cx="47432" cy="11016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684545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729818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775090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820363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865636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910909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956181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1001454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1046727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1092000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1137272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1182545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1227818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1273090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1318363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1363636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1408909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1454181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1499454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1544727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1589999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1635272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1680545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1725818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1771090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1816363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1861636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1906909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1952181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1997454" y="288000"/>
            <a:ext cx="47432" cy="110160"/>
          </a:xfrm>
          <a:prstGeom prst="rect">
            <a:avLst/>
          </a:prstGeom>
          <a:solidFill>
            <a:srgbClr val="FF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2042727" y="288000"/>
            <a:ext cx="47432" cy="110160"/>
          </a:xfrm>
          <a:prstGeom prst="rect">
            <a:avLst/>
          </a:prstGeom>
          <a:solidFill>
            <a:srgbClr val="FEE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800" y="410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start_header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000" y="396000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639272" y="396000"/>
            <a:ext cx="47432" cy="110160"/>
          </a:xfrm>
          <a:prstGeom prst="rect">
            <a:avLst/>
          </a:prstGeom>
          <a:solidFill>
            <a:srgbClr val="FEE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6" name="Rectangle 75"/>
          <p:cNvSpPr/>
          <p:nvPr/>
        </p:nvSpPr>
        <p:spPr>
          <a:xfrm>
            <a:off x="684545" y="396000"/>
            <a:ext cx="47432" cy="110160"/>
          </a:xfrm>
          <a:prstGeom prst="rect">
            <a:avLst/>
          </a:prstGeom>
          <a:solidFill>
            <a:srgbClr val="FEE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729818" y="396000"/>
            <a:ext cx="47432" cy="110160"/>
          </a:xfrm>
          <a:prstGeom prst="rect">
            <a:avLst/>
          </a:prstGeom>
          <a:solidFill>
            <a:srgbClr val="FEE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775090" y="396000"/>
            <a:ext cx="47432" cy="110160"/>
          </a:xfrm>
          <a:prstGeom prst="rect">
            <a:avLst/>
          </a:prstGeom>
          <a:solidFill>
            <a:srgbClr val="FEE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820363" y="396000"/>
            <a:ext cx="47432" cy="110160"/>
          </a:xfrm>
          <a:prstGeom prst="rect">
            <a:avLst/>
          </a:prstGeom>
          <a:solidFill>
            <a:srgbClr val="FEE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865636" y="396000"/>
            <a:ext cx="47432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910909" y="396000"/>
            <a:ext cx="47432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956181" y="396000"/>
            <a:ext cx="47432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1001454" y="396000"/>
            <a:ext cx="47432" cy="110160"/>
          </a:xfrm>
          <a:prstGeom prst="rect">
            <a:avLst/>
          </a:prstGeom>
          <a:solidFill>
            <a:srgbClr val="FEE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1046727" y="396000"/>
            <a:ext cx="47432" cy="110160"/>
          </a:xfrm>
          <a:prstGeom prst="rect">
            <a:avLst/>
          </a:prstGeom>
          <a:solidFill>
            <a:srgbClr val="FEE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1092000" y="396000"/>
            <a:ext cx="47432" cy="110160"/>
          </a:xfrm>
          <a:prstGeom prst="rect">
            <a:avLst/>
          </a:prstGeom>
          <a:solidFill>
            <a:srgbClr val="FEE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1137272" y="396000"/>
            <a:ext cx="47432" cy="110160"/>
          </a:xfrm>
          <a:prstGeom prst="rect">
            <a:avLst/>
          </a:prstGeom>
          <a:solidFill>
            <a:srgbClr val="FEE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1182545" y="396000"/>
            <a:ext cx="47432" cy="110160"/>
          </a:xfrm>
          <a:prstGeom prst="rect">
            <a:avLst/>
          </a:prstGeom>
          <a:solidFill>
            <a:srgbClr val="FEE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1227818" y="396000"/>
            <a:ext cx="47432" cy="110160"/>
          </a:xfrm>
          <a:prstGeom prst="rect">
            <a:avLst/>
          </a:prstGeom>
          <a:solidFill>
            <a:srgbClr val="FE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1273090" y="396000"/>
            <a:ext cx="47432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1318363" y="396000"/>
            <a:ext cx="47432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1363636" y="396000"/>
            <a:ext cx="47432" cy="110160"/>
          </a:xfrm>
          <a:prstGeom prst="rect">
            <a:avLst/>
          </a:prstGeom>
          <a:solidFill>
            <a:srgbClr val="FEE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1408909" y="396000"/>
            <a:ext cx="47432" cy="110160"/>
          </a:xfrm>
          <a:prstGeom prst="rect">
            <a:avLst/>
          </a:prstGeom>
          <a:solidFill>
            <a:srgbClr val="FEE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1454181" y="396000"/>
            <a:ext cx="47432" cy="110160"/>
          </a:xfrm>
          <a:prstGeom prst="rect">
            <a:avLst/>
          </a:prstGeom>
          <a:solidFill>
            <a:srgbClr val="FEE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4" name="Rectangle 93"/>
          <p:cNvSpPr/>
          <p:nvPr/>
        </p:nvSpPr>
        <p:spPr>
          <a:xfrm>
            <a:off x="1499454" y="396000"/>
            <a:ext cx="47432" cy="110160"/>
          </a:xfrm>
          <a:prstGeom prst="rect">
            <a:avLst/>
          </a:prstGeom>
          <a:solidFill>
            <a:srgbClr val="FEE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1544727" y="396000"/>
            <a:ext cx="47432" cy="110160"/>
          </a:xfrm>
          <a:prstGeom prst="rect">
            <a:avLst/>
          </a:prstGeom>
          <a:solidFill>
            <a:srgbClr val="FE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1589999" y="396000"/>
            <a:ext cx="47432" cy="110160"/>
          </a:xfrm>
          <a:prstGeom prst="rect">
            <a:avLst/>
          </a:prstGeom>
          <a:solidFill>
            <a:srgbClr val="FE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1635272" y="396000"/>
            <a:ext cx="47432" cy="110160"/>
          </a:xfrm>
          <a:prstGeom prst="rect">
            <a:avLst/>
          </a:prstGeom>
          <a:solidFill>
            <a:srgbClr val="FE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1680545" y="396000"/>
            <a:ext cx="47432" cy="110160"/>
          </a:xfrm>
          <a:prstGeom prst="rect">
            <a:avLst/>
          </a:prstGeom>
          <a:solidFill>
            <a:srgbClr val="FE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99" name="Rectangle 98"/>
          <p:cNvSpPr/>
          <p:nvPr/>
        </p:nvSpPr>
        <p:spPr>
          <a:xfrm>
            <a:off x="1725818" y="396000"/>
            <a:ext cx="47432" cy="110160"/>
          </a:xfrm>
          <a:prstGeom prst="rect">
            <a:avLst/>
          </a:prstGeom>
          <a:solidFill>
            <a:srgbClr val="FEE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0" name="Rectangle 99"/>
          <p:cNvSpPr/>
          <p:nvPr/>
        </p:nvSpPr>
        <p:spPr>
          <a:xfrm>
            <a:off x="1771090" y="396000"/>
            <a:ext cx="47432" cy="110160"/>
          </a:xfrm>
          <a:prstGeom prst="rect">
            <a:avLst/>
          </a:prstGeom>
          <a:solidFill>
            <a:srgbClr val="FEE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1" name="Rectangle 100"/>
          <p:cNvSpPr/>
          <p:nvPr/>
        </p:nvSpPr>
        <p:spPr>
          <a:xfrm>
            <a:off x="1816363" y="396000"/>
            <a:ext cx="47432" cy="110160"/>
          </a:xfrm>
          <a:prstGeom prst="rect">
            <a:avLst/>
          </a:prstGeom>
          <a:solidFill>
            <a:srgbClr val="FEE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2" name="Rectangle 101"/>
          <p:cNvSpPr/>
          <p:nvPr/>
        </p:nvSpPr>
        <p:spPr>
          <a:xfrm>
            <a:off x="1861636" y="396000"/>
            <a:ext cx="47432" cy="110160"/>
          </a:xfrm>
          <a:prstGeom prst="rect">
            <a:avLst/>
          </a:prstGeom>
          <a:solidFill>
            <a:srgbClr val="FEE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1906909" y="396000"/>
            <a:ext cx="47432" cy="110160"/>
          </a:xfrm>
          <a:prstGeom prst="rect">
            <a:avLst/>
          </a:prstGeom>
          <a:solidFill>
            <a:srgbClr val="FEE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4" name="Rectangle 103"/>
          <p:cNvSpPr/>
          <p:nvPr/>
        </p:nvSpPr>
        <p:spPr>
          <a:xfrm>
            <a:off x="1952181" y="396000"/>
            <a:ext cx="47432" cy="110160"/>
          </a:xfrm>
          <a:prstGeom prst="rect">
            <a:avLst/>
          </a:prstGeom>
          <a:solidFill>
            <a:srgbClr val="FEE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1997454" y="396000"/>
            <a:ext cx="47432" cy="110160"/>
          </a:xfrm>
          <a:prstGeom prst="rect">
            <a:avLst/>
          </a:prstGeom>
          <a:solidFill>
            <a:srgbClr val="FDD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6" name="Rectangle 105"/>
          <p:cNvSpPr/>
          <p:nvPr/>
        </p:nvSpPr>
        <p:spPr>
          <a:xfrm>
            <a:off x="2042727" y="396000"/>
            <a:ext cx="47432" cy="110160"/>
          </a:xfrm>
          <a:prstGeom prst="rect">
            <a:avLst/>
          </a:prstGeom>
          <a:solidFill>
            <a:srgbClr val="FDD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800" y="518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system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4000" y="503999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09" name="Rectangle 108"/>
          <p:cNvSpPr/>
          <p:nvPr/>
        </p:nvSpPr>
        <p:spPr>
          <a:xfrm>
            <a:off x="639272" y="503999"/>
            <a:ext cx="47432" cy="110160"/>
          </a:xfrm>
          <a:prstGeom prst="rect">
            <a:avLst/>
          </a:prstGeom>
          <a:solidFill>
            <a:srgbClr val="FEE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0" name="Rectangle 109"/>
          <p:cNvSpPr/>
          <p:nvPr/>
        </p:nvSpPr>
        <p:spPr>
          <a:xfrm>
            <a:off x="684545" y="503999"/>
            <a:ext cx="47432" cy="110160"/>
          </a:xfrm>
          <a:prstGeom prst="rect">
            <a:avLst/>
          </a:prstGeom>
          <a:solidFill>
            <a:srgbClr val="FDD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729818" y="503999"/>
            <a:ext cx="47432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2" name="Rectangle 111"/>
          <p:cNvSpPr/>
          <p:nvPr/>
        </p:nvSpPr>
        <p:spPr>
          <a:xfrm>
            <a:off x="775090" y="503999"/>
            <a:ext cx="47432" cy="110160"/>
          </a:xfrm>
          <a:prstGeom prst="rect">
            <a:avLst/>
          </a:prstGeom>
          <a:solidFill>
            <a:srgbClr val="FDE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3" name="Rectangle 112"/>
          <p:cNvSpPr/>
          <p:nvPr/>
        </p:nvSpPr>
        <p:spPr>
          <a:xfrm>
            <a:off x="820363" y="503999"/>
            <a:ext cx="47432" cy="110160"/>
          </a:xfrm>
          <a:prstGeom prst="rect">
            <a:avLst/>
          </a:prstGeom>
          <a:solidFill>
            <a:srgbClr val="FDD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4" name="Rectangle 113"/>
          <p:cNvSpPr/>
          <p:nvPr/>
        </p:nvSpPr>
        <p:spPr>
          <a:xfrm>
            <a:off x="865636" y="503999"/>
            <a:ext cx="47432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5" name="Rectangle 114"/>
          <p:cNvSpPr/>
          <p:nvPr/>
        </p:nvSpPr>
        <p:spPr>
          <a:xfrm>
            <a:off x="910909" y="503999"/>
            <a:ext cx="47432" cy="110160"/>
          </a:xfrm>
          <a:prstGeom prst="rect">
            <a:avLst/>
          </a:prstGeom>
          <a:solidFill>
            <a:srgbClr val="FDE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6" name="Rectangle 115"/>
          <p:cNvSpPr/>
          <p:nvPr/>
        </p:nvSpPr>
        <p:spPr>
          <a:xfrm>
            <a:off x="956181" y="503999"/>
            <a:ext cx="47432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1001454" y="503999"/>
            <a:ext cx="47432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8" name="Rectangle 117"/>
          <p:cNvSpPr/>
          <p:nvPr/>
        </p:nvSpPr>
        <p:spPr>
          <a:xfrm>
            <a:off x="1046727" y="503999"/>
            <a:ext cx="47432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1092000" y="503999"/>
            <a:ext cx="47432" cy="110160"/>
          </a:xfrm>
          <a:prstGeom prst="rect">
            <a:avLst/>
          </a:prstGeom>
          <a:solidFill>
            <a:srgbClr val="FDE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0" name="Rectangle 119"/>
          <p:cNvSpPr/>
          <p:nvPr/>
        </p:nvSpPr>
        <p:spPr>
          <a:xfrm>
            <a:off x="1137272" y="503999"/>
            <a:ext cx="47432" cy="110160"/>
          </a:xfrm>
          <a:prstGeom prst="rect">
            <a:avLst/>
          </a:prstGeom>
          <a:solidFill>
            <a:srgbClr val="FDD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1" name="Rectangle 120"/>
          <p:cNvSpPr/>
          <p:nvPr/>
        </p:nvSpPr>
        <p:spPr>
          <a:xfrm>
            <a:off x="1182545" y="503999"/>
            <a:ext cx="47432" cy="110160"/>
          </a:xfrm>
          <a:prstGeom prst="rect">
            <a:avLst/>
          </a:prstGeom>
          <a:solidFill>
            <a:srgbClr val="FDE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2" name="Rectangle 121"/>
          <p:cNvSpPr/>
          <p:nvPr/>
        </p:nvSpPr>
        <p:spPr>
          <a:xfrm>
            <a:off x="1227818" y="503999"/>
            <a:ext cx="47432" cy="110160"/>
          </a:xfrm>
          <a:prstGeom prst="rect">
            <a:avLst/>
          </a:prstGeom>
          <a:solidFill>
            <a:srgbClr val="FEE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3" name="Rectangle 122"/>
          <p:cNvSpPr/>
          <p:nvPr/>
        </p:nvSpPr>
        <p:spPr>
          <a:xfrm>
            <a:off x="1273090" y="503999"/>
            <a:ext cx="47432" cy="110160"/>
          </a:xfrm>
          <a:prstGeom prst="rect">
            <a:avLst/>
          </a:prstGeom>
          <a:solidFill>
            <a:srgbClr val="FEE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4" name="Rectangle 123"/>
          <p:cNvSpPr/>
          <p:nvPr/>
        </p:nvSpPr>
        <p:spPr>
          <a:xfrm>
            <a:off x="1318363" y="503999"/>
            <a:ext cx="47432" cy="110160"/>
          </a:xfrm>
          <a:prstGeom prst="rect">
            <a:avLst/>
          </a:prstGeom>
          <a:solidFill>
            <a:srgbClr val="FEE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5" name="Rectangle 124"/>
          <p:cNvSpPr/>
          <p:nvPr/>
        </p:nvSpPr>
        <p:spPr>
          <a:xfrm>
            <a:off x="1363636" y="503999"/>
            <a:ext cx="47432" cy="110160"/>
          </a:xfrm>
          <a:prstGeom prst="rect">
            <a:avLst/>
          </a:prstGeom>
          <a:solidFill>
            <a:srgbClr val="FEE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6" name="Rectangle 125"/>
          <p:cNvSpPr/>
          <p:nvPr/>
        </p:nvSpPr>
        <p:spPr>
          <a:xfrm>
            <a:off x="1408909" y="503999"/>
            <a:ext cx="47432" cy="110160"/>
          </a:xfrm>
          <a:prstGeom prst="rect">
            <a:avLst/>
          </a:prstGeom>
          <a:solidFill>
            <a:srgbClr val="FEE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1454181" y="503999"/>
            <a:ext cx="47432" cy="110160"/>
          </a:xfrm>
          <a:prstGeom prst="rect">
            <a:avLst/>
          </a:prstGeom>
          <a:solidFill>
            <a:srgbClr val="FEE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8" name="Rectangle 127"/>
          <p:cNvSpPr/>
          <p:nvPr/>
        </p:nvSpPr>
        <p:spPr>
          <a:xfrm>
            <a:off x="1499454" y="503999"/>
            <a:ext cx="47432" cy="110160"/>
          </a:xfrm>
          <a:prstGeom prst="rect">
            <a:avLst/>
          </a:prstGeom>
          <a:solidFill>
            <a:srgbClr val="FEE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29" name="Rectangle 128"/>
          <p:cNvSpPr/>
          <p:nvPr/>
        </p:nvSpPr>
        <p:spPr>
          <a:xfrm>
            <a:off x="1544727" y="503999"/>
            <a:ext cx="47432" cy="110160"/>
          </a:xfrm>
          <a:prstGeom prst="rect">
            <a:avLst/>
          </a:prstGeom>
          <a:solidFill>
            <a:srgbClr val="FDE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0" name="Rectangle 129"/>
          <p:cNvSpPr/>
          <p:nvPr/>
        </p:nvSpPr>
        <p:spPr>
          <a:xfrm>
            <a:off x="1589999" y="503999"/>
            <a:ext cx="47432" cy="110160"/>
          </a:xfrm>
          <a:prstGeom prst="rect">
            <a:avLst/>
          </a:prstGeom>
          <a:solidFill>
            <a:srgbClr val="FDD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1" name="Rectangle 130"/>
          <p:cNvSpPr/>
          <p:nvPr/>
        </p:nvSpPr>
        <p:spPr>
          <a:xfrm>
            <a:off x="1635272" y="503999"/>
            <a:ext cx="47432" cy="110160"/>
          </a:xfrm>
          <a:prstGeom prst="rect">
            <a:avLst/>
          </a:prstGeom>
          <a:solidFill>
            <a:srgbClr val="FDD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2" name="Rectangle 131"/>
          <p:cNvSpPr/>
          <p:nvPr/>
        </p:nvSpPr>
        <p:spPr>
          <a:xfrm>
            <a:off x="1680545" y="503999"/>
            <a:ext cx="47432" cy="110160"/>
          </a:xfrm>
          <a:prstGeom prst="rect">
            <a:avLst/>
          </a:prstGeom>
          <a:solidFill>
            <a:srgbClr val="FDD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3" name="Rectangle 132"/>
          <p:cNvSpPr/>
          <p:nvPr/>
        </p:nvSpPr>
        <p:spPr>
          <a:xfrm>
            <a:off x="1725818" y="503999"/>
            <a:ext cx="47432" cy="110160"/>
          </a:xfrm>
          <a:prstGeom prst="rect">
            <a:avLst/>
          </a:prstGeom>
          <a:solidFill>
            <a:srgbClr val="FDD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4" name="Rectangle 133"/>
          <p:cNvSpPr/>
          <p:nvPr/>
        </p:nvSpPr>
        <p:spPr>
          <a:xfrm>
            <a:off x="1771090" y="503999"/>
            <a:ext cx="47432" cy="110160"/>
          </a:xfrm>
          <a:prstGeom prst="rect">
            <a:avLst/>
          </a:prstGeom>
          <a:solidFill>
            <a:srgbClr val="FDD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1816363" y="503999"/>
            <a:ext cx="47432" cy="110160"/>
          </a:xfrm>
          <a:prstGeom prst="rect">
            <a:avLst/>
          </a:prstGeom>
          <a:solidFill>
            <a:srgbClr val="FDD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6" name="Rectangle 135"/>
          <p:cNvSpPr/>
          <p:nvPr/>
        </p:nvSpPr>
        <p:spPr>
          <a:xfrm>
            <a:off x="1861636" y="503999"/>
            <a:ext cx="47432" cy="110160"/>
          </a:xfrm>
          <a:prstGeom prst="rect">
            <a:avLst/>
          </a:prstGeom>
          <a:solidFill>
            <a:srgbClr val="FCD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7" name="Rectangle 136"/>
          <p:cNvSpPr/>
          <p:nvPr/>
        </p:nvSpPr>
        <p:spPr>
          <a:xfrm>
            <a:off x="1906909" y="503999"/>
            <a:ext cx="47432" cy="110160"/>
          </a:xfrm>
          <a:prstGeom prst="rect">
            <a:avLst/>
          </a:prstGeom>
          <a:solidFill>
            <a:srgbClr val="FCD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8" name="Rectangle 137"/>
          <p:cNvSpPr/>
          <p:nvPr/>
        </p:nvSpPr>
        <p:spPr>
          <a:xfrm>
            <a:off x="1952181" y="503999"/>
            <a:ext cx="47432" cy="110160"/>
          </a:xfrm>
          <a:prstGeom prst="rect">
            <a:avLst/>
          </a:prstGeom>
          <a:solidFill>
            <a:srgbClr val="FCC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39" name="Rectangle 138"/>
          <p:cNvSpPr/>
          <p:nvPr/>
        </p:nvSpPr>
        <p:spPr>
          <a:xfrm>
            <a:off x="1997454" y="503999"/>
            <a:ext cx="47432" cy="110160"/>
          </a:xfrm>
          <a:prstGeom prst="rect">
            <a:avLst/>
          </a:prstGeom>
          <a:solidFill>
            <a:srgbClr val="FBC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0" name="Rectangle 139"/>
          <p:cNvSpPr/>
          <p:nvPr/>
        </p:nvSpPr>
        <p:spPr>
          <a:xfrm>
            <a:off x="2042727" y="503999"/>
            <a:ext cx="47432" cy="110160"/>
          </a:xfrm>
          <a:prstGeom prst="rect">
            <a:avLst/>
          </a:prstGeom>
          <a:solidFill>
            <a:srgbClr val="FA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0800" y="626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end_header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94000" y="612000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639272" y="612000"/>
            <a:ext cx="47432" cy="110160"/>
          </a:xfrm>
          <a:prstGeom prst="rect">
            <a:avLst/>
          </a:prstGeom>
          <a:solidFill>
            <a:srgbClr val="FEE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4" name="Rectangle 143"/>
          <p:cNvSpPr/>
          <p:nvPr/>
        </p:nvSpPr>
        <p:spPr>
          <a:xfrm>
            <a:off x="684545" y="612000"/>
            <a:ext cx="47432" cy="110160"/>
          </a:xfrm>
          <a:prstGeom prst="rect">
            <a:avLst/>
          </a:prstGeom>
          <a:solidFill>
            <a:srgbClr val="A2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5" name="Rectangle 144"/>
          <p:cNvSpPr/>
          <p:nvPr/>
        </p:nvSpPr>
        <p:spPr>
          <a:xfrm>
            <a:off x="729818" y="612000"/>
            <a:ext cx="47432" cy="110160"/>
          </a:xfrm>
          <a:prstGeom prst="rect">
            <a:avLst/>
          </a:prstGeom>
          <a:solidFill>
            <a:srgbClr val="CF5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6" name="Rectangle 145"/>
          <p:cNvSpPr/>
          <p:nvPr/>
        </p:nvSpPr>
        <p:spPr>
          <a:xfrm>
            <a:off x="775090" y="612000"/>
            <a:ext cx="47432" cy="110160"/>
          </a:xfrm>
          <a:prstGeom prst="rect">
            <a:avLst/>
          </a:prstGeom>
          <a:solidFill>
            <a:srgbClr val="F38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7" name="Rectangle 146"/>
          <p:cNvSpPr/>
          <p:nvPr/>
        </p:nvSpPr>
        <p:spPr>
          <a:xfrm>
            <a:off x="820363" y="612000"/>
            <a:ext cx="47432" cy="110160"/>
          </a:xfrm>
          <a:prstGeom prst="rect">
            <a:avLst/>
          </a:prstGeom>
          <a:solidFill>
            <a:srgbClr val="F7A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8" name="Rectangle 147"/>
          <p:cNvSpPr/>
          <p:nvPr/>
        </p:nvSpPr>
        <p:spPr>
          <a:xfrm>
            <a:off x="865636" y="612000"/>
            <a:ext cx="47432" cy="110160"/>
          </a:xfrm>
          <a:prstGeom prst="rect">
            <a:avLst/>
          </a:prstGeom>
          <a:solidFill>
            <a:srgbClr val="F8B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49" name="Rectangle 148"/>
          <p:cNvSpPr/>
          <p:nvPr/>
        </p:nvSpPr>
        <p:spPr>
          <a:xfrm>
            <a:off x="910909" y="612000"/>
            <a:ext cx="47432" cy="110160"/>
          </a:xfrm>
          <a:prstGeom prst="rect">
            <a:avLst/>
          </a:prstGeom>
          <a:solidFill>
            <a:srgbClr val="FAB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0" name="Rectangle 149"/>
          <p:cNvSpPr/>
          <p:nvPr/>
        </p:nvSpPr>
        <p:spPr>
          <a:xfrm>
            <a:off x="956181" y="612000"/>
            <a:ext cx="47432" cy="110160"/>
          </a:xfrm>
          <a:prstGeom prst="rect">
            <a:avLst/>
          </a:prstGeom>
          <a:solidFill>
            <a:srgbClr val="FBC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1001454" y="612000"/>
            <a:ext cx="47432" cy="110160"/>
          </a:xfrm>
          <a:prstGeom prst="rect">
            <a:avLst/>
          </a:prstGeom>
          <a:solidFill>
            <a:srgbClr val="FBC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2" name="Rectangle 151"/>
          <p:cNvSpPr/>
          <p:nvPr/>
        </p:nvSpPr>
        <p:spPr>
          <a:xfrm>
            <a:off x="1046727" y="612000"/>
            <a:ext cx="47432" cy="110160"/>
          </a:xfrm>
          <a:prstGeom prst="rect">
            <a:avLst/>
          </a:prstGeom>
          <a:solidFill>
            <a:srgbClr val="FCC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1092000" y="612000"/>
            <a:ext cx="47432" cy="110160"/>
          </a:xfrm>
          <a:prstGeom prst="rect">
            <a:avLst/>
          </a:prstGeom>
          <a:solidFill>
            <a:srgbClr val="FCD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4" name="Rectangle 153"/>
          <p:cNvSpPr/>
          <p:nvPr/>
        </p:nvSpPr>
        <p:spPr>
          <a:xfrm>
            <a:off x="1137272" y="612000"/>
            <a:ext cx="47432" cy="110160"/>
          </a:xfrm>
          <a:prstGeom prst="rect">
            <a:avLst/>
          </a:prstGeom>
          <a:solidFill>
            <a:srgbClr val="FDD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5" name="Rectangle 154"/>
          <p:cNvSpPr/>
          <p:nvPr/>
        </p:nvSpPr>
        <p:spPr>
          <a:xfrm>
            <a:off x="1182545" y="612000"/>
            <a:ext cx="47432" cy="110160"/>
          </a:xfrm>
          <a:prstGeom prst="rect">
            <a:avLst/>
          </a:prstGeom>
          <a:solidFill>
            <a:srgbClr val="FDD9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6" name="Rectangle 155"/>
          <p:cNvSpPr/>
          <p:nvPr/>
        </p:nvSpPr>
        <p:spPr>
          <a:xfrm>
            <a:off x="1227818" y="612000"/>
            <a:ext cx="47432" cy="110160"/>
          </a:xfrm>
          <a:prstGeom prst="rect">
            <a:avLst/>
          </a:prstGeom>
          <a:solidFill>
            <a:srgbClr val="FDDA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7" name="Rectangle 156"/>
          <p:cNvSpPr/>
          <p:nvPr/>
        </p:nvSpPr>
        <p:spPr>
          <a:xfrm>
            <a:off x="1273090" y="612000"/>
            <a:ext cx="47432" cy="110160"/>
          </a:xfrm>
          <a:prstGeom prst="rect">
            <a:avLst/>
          </a:prstGeom>
          <a:solidFill>
            <a:srgbClr val="FDDB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8" name="Rectangle 157"/>
          <p:cNvSpPr/>
          <p:nvPr/>
        </p:nvSpPr>
        <p:spPr>
          <a:xfrm>
            <a:off x="1318363" y="612000"/>
            <a:ext cx="47432" cy="110160"/>
          </a:xfrm>
          <a:prstGeom prst="rect">
            <a:avLst/>
          </a:prstGeom>
          <a:solidFill>
            <a:srgbClr val="FDD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59" name="Rectangle 158"/>
          <p:cNvSpPr/>
          <p:nvPr/>
        </p:nvSpPr>
        <p:spPr>
          <a:xfrm>
            <a:off x="1363636" y="612000"/>
            <a:ext cx="47432" cy="110160"/>
          </a:xfrm>
          <a:prstGeom prst="rect">
            <a:avLst/>
          </a:prstGeom>
          <a:solidFill>
            <a:srgbClr val="FDD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0" name="Rectangle 159"/>
          <p:cNvSpPr/>
          <p:nvPr/>
        </p:nvSpPr>
        <p:spPr>
          <a:xfrm>
            <a:off x="1408909" y="612000"/>
            <a:ext cx="47432" cy="110160"/>
          </a:xfrm>
          <a:prstGeom prst="rect">
            <a:avLst/>
          </a:prstGeom>
          <a:solidFill>
            <a:srgbClr val="FDD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1" name="Rectangle 160"/>
          <p:cNvSpPr/>
          <p:nvPr/>
        </p:nvSpPr>
        <p:spPr>
          <a:xfrm>
            <a:off x="1454181" y="612000"/>
            <a:ext cx="47432" cy="110160"/>
          </a:xfrm>
          <a:prstGeom prst="rect">
            <a:avLst/>
          </a:prstGeom>
          <a:solidFill>
            <a:srgbClr val="FDD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2" name="Rectangle 161"/>
          <p:cNvSpPr/>
          <p:nvPr/>
        </p:nvSpPr>
        <p:spPr>
          <a:xfrm>
            <a:off x="1499454" y="612000"/>
            <a:ext cx="47432" cy="110160"/>
          </a:xfrm>
          <a:prstGeom prst="rect">
            <a:avLst/>
          </a:prstGeom>
          <a:solidFill>
            <a:srgbClr val="FDD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3" name="Rectangle 162"/>
          <p:cNvSpPr/>
          <p:nvPr/>
        </p:nvSpPr>
        <p:spPr>
          <a:xfrm>
            <a:off x="1544727" y="612000"/>
            <a:ext cx="47432" cy="110160"/>
          </a:xfrm>
          <a:prstGeom prst="rect">
            <a:avLst/>
          </a:prstGeom>
          <a:solidFill>
            <a:srgbClr val="FDD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4" name="Rectangle 163"/>
          <p:cNvSpPr/>
          <p:nvPr/>
        </p:nvSpPr>
        <p:spPr>
          <a:xfrm>
            <a:off x="1589999" y="612000"/>
            <a:ext cx="47432" cy="110160"/>
          </a:xfrm>
          <a:prstGeom prst="rect">
            <a:avLst/>
          </a:prstGeom>
          <a:solidFill>
            <a:srgbClr val="FDD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5" name="Rectangle 164"/>
          <p:cNvSpPr/>
          <p:nvPr/>
        </p:nvSpPr>
        <p:spPr>
          <a:xfrm>
            <a:off x="1635272" y="612000"/>
            <a:ext cx="47432" cy="110160"/>
          </a:xfrm>
          <a:prstGeom prst="rect">
            <a:avLst/>
          </a:prstGeom>
          <a:solidFill>
            <a:srgbClr val="FDD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6" name="Rectangle 165"/>
          <p:cNvSpPr/>
          <p:nvPr/>
        </p:nvSpPr>
        <p:spPr>
          <a:xfrm>
            <a:off x="1680545" y="612000"/>
            <a:ext cx="47432" cy="110160"/>
          </a:xfrm>
          <a:prstGeom prst="rect">
            <a:avLst/>
          </a:prstGeom>
          <a:solidFill>
            <a:srgbClr val="FDD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7" name="Rectangle 166"/>
          <p:cNvSpPr/>
          <p:nvPr/>
        </p:nvSpPr>
        <p:spPr>
          <a:xfrm>
            <a:off x="1725818" y="612000"/>
            <a:ext cx="47432" cy="110160"/>
          </a:xfrm>
          <a:prstGeom prst="rect">
            <a:avLst/>
          </a:prstGeom>
          <a:solidFill>
            <a:srgbClr val="FDD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8" name="Rectangle 167"/>
          <p:cNvSpPr/>
          <p:nvPr/>
        </p:nvSpPr>
        <p:spPr>
          <a:xfrm>
            <a:off x="1771090" y="612000"/>
            <a:ext cx="47432" cy="110160"/>
          </a:xfrm>
          <a:prstGeom prst="rect">
            <a:avLst/>
          </a:prstGeom>
          <a:solidFill>
            <a:srgbClr val="FDD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69" name="Rectangle 168"/>
          <p:cNvSpPr/>
          <p:nvPr/>
        </p:nvSpPr>
        <p:spPr>
          <a:xfrm>
            <a:off x="1816363" y="612000"/>
            <a:ext cx="47432" cy="110160"/>
          </a:xfrm>
          <a:prstGeom prst="rect">
            <a:avLst/>
          </a:prstGeom>
          <a:solidFill>
            <a:srgbClr val="FDD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0" name="Rectangle 169"/>
          <p:cNvSpPr/>
          <p:nvPr/>
        </p:nvSpPr>
        <p:spPr>
          <a:xfrm>
            <a:off x="1861636" y="612000"/>
            <a:ext cx="47432" cy="110160"/>
          </a:xfrm>
          <a:prstGeom prst="rect">
            <a:avLst/>
          </a:prstGeom>
          <a:solidFill>
            <a:srgbClr val="FDD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1" name="Rectangle 170"/>
          <p:cNvSpPr/>
          <p:nvPr/>
        </p:nvSpPr>
        <p:spPr>
          <a:xfrm>
            <a:off x="1906909" y="612000"/>
            <a:ext cx="47432" cy="110160"/>
          </a:xfrm>
          <a:prstGeom prst="rect">
            <a:avLst/>
          </a:prstGeom>
          <a:solidFill>
            <a:srgbClr val="FDD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2" name="Rectangle 171"/>
          <p:cNvSpPr/>
          <p:nvPr/>
        </p:nvSpPr>
        <p:spPr>
          <a:xfrm>
            <a:off x="1952181" y="612000"/>
            <a:ext cx="47432" cy="110160"/>
          </a:xfrm>
          <a:prstGeom prst="rect">
            <a:avLst/>
          </a:prstGeom>
          <a:solidFill>
            <a:srgbClr val="FDD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3" name="Rectangle 172"/>
          <p:cNvSpPr/>
          <p:nvPr/>
        </p:nvSpPr>
        <p:spPr>
          <a:xfrm>
            <a:off x="1997454" y="612000"/>
            <a:ext cx="47432" cy="110160"/>
          </a:xfrm>
          <a:prstGeom prst="rect">
            <a:avLst/>
          </a:prstGeom>
          <a:solidFill>
            <a:srgbClr val="FDD9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4" name="Rectangle 173"/>
          <p:cNvSpPr/>
          <p:nvPr/>
        </p:nvSpPr>
        <p:spPr>
          <a:xfrm>
            <a:off x="2042727" y="612000"/>
            <a:ext cx="47432" cy="110160"/>
          </a:xfrm>
          <a:prstGeom prst="rect">
            <a:avLst/>
          </a:prstGeom>
          <a:solidFill>
            <a:srgbClr val="FAC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0800" y="734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\n\n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94000" y="720000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7" name="Rectangle 176"/>
          <p:cNvSpPr/>
          <p:nvPr/>
        </p:nvSpPr>
        <p:spPr>
          <a:xfrm>
            <a:off x="639272" y="720000"/>
            <a:ext cx="47432" cy="110160"/>
          </a:xfrm>
          <a:prstGeom prst="rect">
            <a:avLst/>
          </a:prstGeom>
          <a:solidFill>
            <a:srgbClr val="FEE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8" name="Rectangle 177"/>
          <p:cNvSpPr/>
          <p:nvPr/>
        </p:nvSpPr>
        <p:spPr>
          <a:xfrm>
            <a:off x="684545" y="720000"/>
            <a:ext cx="47432" cy="110160"/>
          </a:xfrm>
          <a:prstGeom prst="rect">
            <a:avLst/>
          </a:prstGeom>
          <a:solidFill>
            <a:srgbClr val="F8B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79" name="Rectangle 178"/>
          <p:cNvSpPr/>
          <p:nvPr/>
        </p:nvSpPr>
        <p:spPr>
          <a:xfrm>
            <a:off x="729818" y="720000"/>
            <a:ext cx="47432" cy="110160"/>
          </a:xfrm>
          <a:prstGeom prst="rect">
            <a:avLst/>
          </a:prstGeom>
          <a:solidFill>
            <a:srgbClr val="F9B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0" name="Rectangle 179"/>
          <p:cNvSpPr/>
          <p:nvPr/>
        </p:nvSpPr>
        <p:spPr>
          <a:xfrm>
            <a:off x="775090" y="720000"/>
            <a:ext cx="47432" cy="110160"/>
          </a:xfrm>
          <a:prstGeom prst="rect">
            <a:avLst/>
          </a:prstGeom>
          <a:solidFill>
            <a:srgbClr val="B8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1" name="Rectangle 180"/>
          <p:cNvSpPr/>
          <p:nvPr/>
        </p:nvSpPr>
        <p:spPr>
          <a:xfrm>
            <a:off x="820363" y="720000"/>
            <a:ext cx="47432" cy="110160"/>
          </a:xfrm>
          <a:prstGeom prst="rect">
            <a:avLst/>
          </a:prstGeom>
          <a:solidFill>
            <a:srgbClr val="AE3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2" name="Rectangle 181"/>
          <p:cNvSpPr/>
          <p:nvPr/>
        </p:nvSpPr>
        <p:spPr>
          <a:xfrm>
            <a:off x="865636" y="720000"/>
            <a:ext cx="47432" cy="110160"/>
          </a:xfrm>
          <a:prstGeom prst="rect">
            <a:avLst/>
          </a:prstGeom>
          <a:solidFill>
            <a:srgbClr val="D05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3" name="Rectangle 182"/>
          <p:cNvSpPr/>
          <p:nvPr/>
        </p:nvSpPr>
        <p:spPr>
          <a:xfrm>
            <a:off x="910909" y="720000"/>
            <a:ext cx="47432" cy="110160"/>
          </a:xfrm>
          <a:prstGeom prst="rect">
            <a:avLst/>
          </a:prstGeom>
          <a:solidFill>
            <a:srgbClr val="F1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4" name="Rectangle 183"/>
          <p:cNvSpPr/>
          <p:nvPr/>
        </p:nvSpPr>
        <p:spPr>
          <a:xfrm>
            <a:off x="956181" y="720000"/>
            <a:ext cx="47432" cy="110160"/>
          </a:xfrm>
          <a:prstGeom prst="rect">
            <a:avLst/>
          </a:prstGeom>
          <a:solidFill>
            <a:srgbClr val="F48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5" name="Rectangle 184"/>
          <p:cNvSpPr/>
          <p:nvPr/>
        </p:nvSpPr>
        <p:spPr>
          <a:xfrm>
            <a:off x="1001454" y="720000"/>
            <a:ext cx="47432" cy="110160"/>
          </a:xfrm>
          <a:prstGeom prst="rect">
            <a:avLst/>
          </a:prstGeom>
          <a:solidFill>
            <a:srgbClr val="F5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6" name="Rectangle 185"/>
          <p:cNvSpPr/>
          <p:nvPr/>
        </p:nvSpPr>
        <p:spPr>
          <a:xfrm>
            <a:off x="1046727" y="720000"/>
            <a:ext cx="47432" cy="110160"/>
          </a:xfrm>
          <a:prstGeom prst="rect">
            <a:avLst/>
          </a:prstGeom>
          <a:solidFill>
            <a:srgbClr val="F598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7" name="Rectangle 186"/>
          <p:cNvSpPr/>
          <p:nvPr/>
        </p:nvSpPr>
        <p:spPr>
          <a:xfrm>
            <a:off x="1092000" y="720000"/>
            <a:ext cx="47432" cy="110160"/>
          </a:xfrm>
          <a:prstGeom prst="rect">
            <a:avLst/>
          </a:prstGeom>
          <a:solidFill>
            <a:srgbClr val="F69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8" name="Rectangle 187"/>
          <p:cNvSpPr/>
          <p:nvPr/>
        </p:nvSpPr>
        <p:spPr>
          <a:xfrm>
            <a:off x="1137272" y="720000"/>
            <a:ext cx="47432" cy="110160"/>
          </a:xfrm>
          <a:prstGeom prst="rect">
            <a:avLst/>
          </a:prstGeom>
          <a:solidFill>
            <a:srgbClr val="F6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89" name="Rectangle 188"/>
          <p:cNvSpPr/>
          <p:nvPr/>
        </p:nvSpPr>
        <p:spPr>
          <a:xfrm>
            <a:off x="1182545" y="720000"/>
            <a:ext cx="47432" cy="110160"/>
          </a:xfrm>
          <a:prstGeom prst="rect">
            <a:avLst/>
          </a:prstGeom>
          <a:solidFill>
            <a:srgbClr val="F7AA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0" name="Rectangle 189"/>
          <p:cNvSpPr/>
          <p:nvPr/>
        </p:nvSpPr>
        <p:spPr>
          <a:xfrm>
            <a:off x="1227818" y="720000"/>
            <a:ext cx="47432" cy="110160"/>
          </a:xfrm>
          <a:prstGeom prst="rect">
            <a:avLst/>
          </a:prstGeom>
          <a:solidFill>
            <a:srgbClr val="F8B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1" name="Rectangle 190"/>
          <p:cNvSpPr/>
          <p:nvPr/>
        </p:nvSpPr>
        <p:spPr>
          <a:xfrm>
            <a:off x="1273090" y="720000"/>
            <a:ext cx="47432" cy="110160"/>
          </a:xfrm>
          <a:prstGeom prst="rect">
            <a:avLst/>
          </a:prstGeom>
          <a:solidFill>
            <a:srgbClr val="F9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2" name="Rectangle 191"/>
          <p:cNvSpPr/>
          <p:nvPr/>
        </p:nvSpPr>
        <p:spPr>
          <a:xfrm>
            <a:off x="1318363" y="720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3" name="Rectangle 192"/>
          <p:cNvSpPr/>
          <p:nvPr/>
        </p:nvSpPr>
        <p:spPr>
          <a:xfrm>
            <a:off x="1363636" y="720000"/>
            <a:ext cx="47432" cy="110160"/>
          </a:xfrm>
          <a:prstGeom prst="rect">
            <a:avLst/>
          </a:prstGeom>
          <a:solidFill>
            <a:srgbClr val="FAC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4" name="Rectangle 193"/>
          <p:cNvSpPr/>
          <p:nvPr/>
        </p:nvSpPr>
        <p:spPr>
          <a:xfrm>
            <a:off x="1408909" y="720000"/>
            <a:ext cx="47432" cy="110160"/>
          </a:xfrm>
          <a:prstGeom prst="rect">
            <a:avLst/>
          </a:prstGeom>
          <a:solidFill>
            <a:srgbClr val="FAC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5" name="Rectangle 194"/>
          <p:cNvSpPr/>
          <p:nvPr/>
        </p:nvSpPr>
        <p:spPr>
          <a:xfrm>
            <a:off x="1454181" y="720000"/>
            <a:ext cx="47432" cy="110160"/>
          </a:xfrm>
          <a:prstGeom prst="rect">
            <a:avLst/>
          </a:prstGeom>
          <a:solidFill>
            <a:srgbClr val="FA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6" name="Rectangle 195"/>
          <p:cNvSpPr/>
          <p:nvPr/>
        </p:nvSpPr>
        <p:spPr>
          <a:xfrm>
            <a:off x="1499454" y="720000"/>
            <a:ext cx="47432" cy="110160"/>
          </a:xfrm>
          <a:prstGeom prst="rect">
            <a:avLst/>
          </a:prstGeom>
          <a:solidFill>
            <a:srgbClr val="FBC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7" name="Rectangle 196"/>
          <p:cNvSpPr/>
          <p:nvPr/>
        </p:nvSpPr>
        <p:spPr>
          <a:xfrm>
            <a:off x="1544727" y="720000"/>
            <a:ext cx="47432" cy="110160"/>
          </a:xfrm>
          <a:prstGeom prst="rect">
            <a:avLst/>
          </a:prstGeom>
          <a:solidFill>
            <a:srgbClr val="FA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8" name="Rectangle 197"/>
          <p:cNvSpPr/>
          <p:nvPr/>
        </p:nvSpPr>
        <p:spPr>
          <a:xfrm>
            <a:off x="1589999" y="720000"/>
            <a:ext cx="47432" cy="110160"/>
          </a:xfrm>
          <a:prstGeom prst="rect">
            <a:avLst/>
          </a:prstGeom>
          <a:solidFill>
            <a:srgbClr val="FAC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199" name="Rectangle 198"/>
          <p:cNvSpPr/>
          <p:nvPr/>
        </p:nvSpPr>
        <p:spPr>
          <a:xfrm>
            <a:off x="1635272" y="720000"/>
            <a:ext cx="47432" cy="110160"/>
          </a:xfrm>
          <a:prstGeom prst="rect">
            <a:avLst/>
          </a:prstGeom>
          <a:solidFill>
            <a:srgbClr val="FA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0" name="Rectangle 199"/>
          <p:cNvSpPr/>
          <p:nvPr/>
        </p:nvSpPr>
        <p:spPr>
          <a:xfrm>
            <a:off x="1680545" y="720000"/>
            <a:ext cx="47432" cy="110160"/>
          </a:xfrm>
          <a:prstGeom prst="rect">
            <a:avLst/>
          </a:prstGeom>
          <a:solidFill>
            <a:srgbClr val="FAB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1" name="Rectangle 200"/>
          <p:cNvSpPr/>
          <p:nvPr/>
        </p:nvSpPr>
        <p:spPr>
          <a:xfrm>
            <a:off x="1725818" y="720000"/>
            <a:ext cx="47432" cy="110160"/>
          </a:xfrm>
          <a:prstGeom prst="rect">
            <a:avLst/>
          </a:prstGeom>
          <a:solidFill>
            <a:srgbClr val="FAB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2" name="Rectangle 201"/>
          <p:cNvSpPr/>
          <p:nvPr/>
        </p:nvSpPr>
        <p:spPr>
          <a:xfrm>
            <a:off x="1771090" y="720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3" name="Rectangle 202"/>
          <p:cNvSpPr/>
          <p:nvPr/>
        </p:nvSpPr>
        <p:spPr>
          <a:xfrm>
            <a:off x="1816363" y="720000"/>
            <a:ext cx="47432" cy="110160"/>
          </a:xfrm>
          <a:prstGeom prst="rect">
            <a:avLst/>
          </a:prstGeom>
          <a:solidFill>
            <a:srgbClr val="FAB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4" name="Rectangle 203"/>
          <p:cNvSpPr/>
          <p:nvPr/>
        </p:nvSpPr>
        <p:spPr>
          <a:xfrm>
            <a:off x="1861636" y="720000"/>
            <a:ext cx="47432" cy="110160"/>
          </a:xfrm>
          <a:prstGeom prst="rect">
            <a:avLst/>
          </a:prstGeom>
          <a:solidFill>
            <a:srgbClr val="FAB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5" name="Rectangle 204"/>
          <p:cNvSpPr/>
          <p:nvPr/>
        </p:nvSpPr>
        <p:spPr>
          <a:xfrm>
            <a:off x="1906909" y="720000"/>
            <a:ext cx="47432" cy="110160"/>
          </a:xfrm>
          <a:prstGeom prst="rect">
            <a:avLst/>
          </a:prstGeom>
          <a:solidFill>
            <a:srgbClr val="F9B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6" name="Rectangle 205"/>
          <p:cNvSpPr/>
          <p:nvPr/>
        </p:nvSpPr>
        <p:spPr>
          <a:xfrm>
            <a:off x="1952181" y="720000"/>
            <a:ext cx="47432" cy="110160"/>
          </a:xfrm>
          <a:prstGeom prst="rect">
            <a:avLst/>
          </a:prstGeom>
          <a:solidFill>
            <a:srgbClr val="F9B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7" name="Rectangle 206"/>
          <p:cNvSpPr/>
          <p:nvPr/>
        </p:nvSpPr>
        <p:spPr>
          <a:xfrm>
            <a:off x="1997454" y="720000"/>
            <a:ext cx="47432" cy="110160"/>
          </a:xfrm>
          <a:prstGeom prst="rect">
            <a:avLst/>
          </a:prstGeom>
          <a:solidFill>
            <a:srgbClr val="F9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8" name="Rectangle 207"/>
          <p:cNvSpPr/>
          <p:nvPr/>
        </p:nvSpPr>
        <p:spPr>
          <a:xfrm>
            <a:off x="2042727" y="720000"/>
            <a:ext cx="47432" cy="110160"/>
          </a:xfrm>
          <a:prstGeom prst="rect">
            <a:avLst/>
          </a:prstGeom>
          <a:solidFill>
            <a:srgbClr val="F6A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00800" y="842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Cutting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94000" y="827999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1" name="Rectangle 210"/>
          <p:cNvSpPr/>
          <p:nvPr/>
        </p:nvSpPr>
        <p:spPr>
          <a:xfrm>
            <a:off x="639272" y="827999"/>
            <a:ext cx="47432" cy="110160"/>
          </a:xfrm>
          <a:prstGeom prst="rect">
            <a:avLst/>
          </a:prstGeom>
          <a:solidFill>
            <a:srgbClr val="FEE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2" name="Rectangle 211"/>
          <p:cNvSpPr/>
          <p:nvPr/>
        </p:nvSpPr>
        <p:spPr>
          <a:xfrm>
            <a:off x="684545" y="827999"/>
            <a:ext cx="47432" cy="110160"/>
          </a:xfrm>
          <a:prstGeom prst="rect">
            <a:avLst/>
          </a:prstGeom>
          <a:solidFill>
            <a:srgbClr val="FEE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3" name="Rectangle 212"/>
          <p:cNvSpPr/>
          <p:nvPr/>
        </p:nvSpPr>
        <p:spPr>
          <a:xfrm>
            <a:off x="729818" y="827999"/>
            <a:ext cx="47432" cy="110160"/>
          </a:xfrm>
          <a:prstGeom prst="rect">
            <a:avLst/>
          </a:prstGeom>
          <a:solidFill>
            <a:srgbClr val="F9B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4" name="Rectangle 213"/>
          <p:cNvSpPr/>
          <p:nvPr/>
        </p:nvSpPr>
        <p:spPr>
          <a:xfrm>
            <a:off x="775090" y="827999"/>
            <a:ext cx="47432" cy="110160"/>
          </a:xfrm>
          <a:prstGeom prst="rect">
            <a:avLst/>
          </a:prstGeom>
          <a:solidFill>
            <a:srgbClr val="8C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5" name="Rectangle 214"/>
          <p:cNvSpPr/>
          <p:nvPr/>
        </p:nvSpPr>
        <p:spPr>
          <a:xfrm>
            <a:off x="820363" y="827999"/>
            <a:ext cx="47432" cy="110160"/>
          </a:xfrm>
          <a:prstGeom prst="rect">
            <a:avLst/>
          </a:prstGeom>
          <a:solidFill>
            <a:srgbClr val="8C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6" name="Rectangle 215"/>
          <p:cNvSpPr/>
          <p:nvPr/>
        </p:nvSpPr>
        <p:spPr>
          <a:xfrm>
            <a:off x="865636" y="827999"/>
            <a:ext cx="47432" cy="110160"/>
          </a:xfrm>
          <a:prstGeom prst="rect">
            <a:avLst/>
          </a:prstGeom>
          <a:solidFill>
            <a:srgbClr val="A12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7" name="Rectangle 216"/>
          <p:cNvSpPr/>
          <p:nvPr/>
        </p:nvSpPr>
        <p:spPr>
          <a:xfrm>
            <a:off x="910909" y="827999"/>
            <a:ext cx="47432" cy="110160"/>
          </a:xfrm>
          <a:prstGeom prst="rect">
            <a:avLst/>
          </a:prstGeom>
          <a:solidFill>
            <a:srgbClr val="BE4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8" name="Rectangle 217"/>
          <p:cNvSpPr/>
          <p:nvPr/>
        </p:nvSpPr>
        <p:spPr>
          <a:xfrm>
            <a:off x="956181" y="827999"/>
            <a:ext cx="47432" cy="110160"/>
          </a:xfrm>
          <a:prstGeom prst="rect">
            <a:avLst/>
          </a:prstGeom>
          <a:solidFill>
            <a:srgbClr val="DC5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19" name="Rectangle 218"/>
          <p:cNvSpPr/>
          <p:nvPr/>
        </p:nvSpPr>
        <p:spPr>
          <a:xfrm>
            <a:off x="1001454" y="827999"/>
            <a:ext cx="47432" cy="110160"/>
          </a:xfrm>
          <a:prstGeom prst="rect">
            <a:avLst/>
          </a:prstGeom>
          <a:solidFill>
            <a:srgbClr val="E76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0" name="Rectangle 219"/>
          <p:cNvSpPr/>
          <p:nvPr/>
        </p:nvSpPr>
        <p:spPr>
          <a:xfrm>
            <a:off x="1046727" y="827999"/>
            <a:ext cx="47432" cy="110160"/>
          </a:xfrm>
          <a:prstGeom prst="rect">
            <a:avLst/>
          </a:prstGeom>
          <a:solidFill>
            <a:srgbClr val="EB6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1" name="Rectangle 220"/>
          <p:cNvSpPr/>
          <p:nvPr/>
        </p:nvSpPr>
        <p:spPr>
          <a:xfrm>
            <a:off x="1092000" y="827999"/>
            <a:ext cx="47432" cy="110160"/>
          </a:xfrm>
          <a:prstGeom prst="rect">
            <a:avLst/>
          </a:prstGeom>
          <a:solidFill>
            <a:srgbClr val="F17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2" name="Rectangle 221"/>
          <p:cNvSpPr/>
          <p:nvPr/>
        </p:nvSpPr>
        <p:spPr>
          <a:xfrm>
            <a:off x="1137272" y="827999"/>
            <a:ext cx="47432" cy="110160"/>
          </a:xfrm>
          <a:prstGeom prst="rect">
            <a:avLst/>
          </a:prstGeom>
          <a:solidFill>
            <a:srgbClr val="F27E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3" name="Rectangle 222"/>
          <p:cNvSpPr/>
          <p:nvPr/>
        </p:nvSpPr>
        <p:spPr>
          <a:xfrm>
            <a:off x="1182545" y="827999"/>
            <a:ext cx="47432" cy="110160"/>
          </a:xfrm>
          <a:prstGeom prst="rect">
            <a:avLst/>
          </a:prstGeom>
          <a:solidFill>
            <a:srgbClr val="F4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4" name="Rectangle 223"/>
          <p:cNvSpPr/>
          <p:nvPr/>
        </p:nvSpPr>
        <p:spPr>
          <a:xfrm>
            <a:off x="1227818" y="827999"/>
            <a:ext cx="47432" cy="110160"/>
          </a:xfrm>
          <a:prstGeom prst="rect">
            <a:avLst/>
          </a:prstGeom>
          <a:solidFill>
            <a:srgbClr val="F59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5" name="Rectangle 224"/>
          <p:cNvSpPr/>
          <p:nvPr/>
        </p:nvSpPr>
        <p:spPr>
          <a:xfrm>
            <a:off x="1273090" y="827999"/>
            <a:ext cx="47432" cy="110160"/>
          </a:xfrm>
          <a:prstGeom prst="rect">
            <a:avLst/>
          </a:prstGeom>
          <a:solidFill>
            <a:srgbClr val="F8A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6" name="Rectangle 225"/>
          <p:cNvSpPr/>
          <p:nvPr/>
        </p:nvSpPr>
        <p:spPr>
          <a:xfrm>
            <a:off x="1318363" y="827999"/>
            <a:ext cx="47432" cy="110160"/>
          </a:xfrm>
          <a:prstGeom prst="rect">
            <a:avLst/>
          </a:prstGeom>
          <a:solidFill>
            <a:srgbClr val="F8B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7" name="Rectangle 226"/>
          <p:cNvSpPr/>
          <p:nvPr/>
        </p:nvSpPr>
        <p:spPr>
          <a:xfrm>
            <a:off x="1363636" y="827999"/>
            <a:ext cx="47432" cy="110160"/>
          </a:xfrm>
          <a:prstGeom prst="rect">
            <a:avLst/>
          </a:prstGeom>
          <a:solidFill>
            <a:srgbClr val="F9B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8" name="Rectangle 227"/>
          <p:cNvSpPr/>
          <p:nvPr/>
        </p:nvSpPr>
        <p:spPr>
          <a:xfrm>
            <a:off x="1408909" y="827999"/>
            <a:ext cx="47432" cy="110160"/>
          </a:xfrm>
          <a:prstGeom prst="rect">
            <a:avLst/>
          </a:prstGeom>
          <a:solidFill>
            <a:srgbClr val="FA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29" name="Rectangle 228"/>
          <p:cNvSpPr/>
          <p:nvPr/>
        </p:nvSpPr>
        <p:spPr>
          <a:xfrm>
            <a:off x="1454181" y="827999"/>
            <a:ext cx="47432" cy="110160"/>
          </a:xfrm>
          <a:prstGeom prst="rect">
            <a:avLst/>
          </a:prstGeom>
          <a:solidFill>
            <a:srgbClr val="FAC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0" name="Rectangle 229"/>
          <p:cNvSpPr/>
          <p:nvPr/>
        </p:nvSpPr>
        <p:spPr>
          <a:xfrm>
            <a:off x="1499454" y="827999"/>
            <a:ext cx="47432" cy="110160"/>
          </a:xfrm>
          <a:prstGeom prst="rect">
            <a:avLst/>
          </a:prstGeom>
          <a:solidFill>
            <a:srgbClr val="FB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1" name="Rectangle 230"/>
          <p:cNvSpPr/>
          <p:nvPr/>
        </p:nvSpPr>
        <p:spPr>
          <a:xfrm>
            <a:off x="1544727" y="827999"/>
            <a:ext cx="47432" cy="110160"/>
          </a:xfrm>
          <a:prstGeom prst="rect">
            <a:avLst/>
          </a:prstGeom>
          <a:solidFill>
            <a:srgbClr val="FBC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2" name="Rectangle 231"/>
          <p:cNvSpPr/>
          <p:nvPr/>
        </p:nvSpPr>
        <p:spPr>
          <a:xfrm>
            <a:off x="1589999" y="827999"/>
            <a:ext cx="47432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3" name="Rectangle 232"/>
          <p:cNvSpPr/>
          <p:nvPr/>
        </p:nvSpPr>
        <p:spPr>
          <a:xfrm>
            <a:off x="1635272" y="827999"/>
            <a:ext cx="47432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4" name="Rectangle 233"/>
          <p:cNvSpPr/>
          <p:nvPr/>
        </p:nvSpPr>
        <p:spPr>
          <a:xfrm>
            <a:off x="1680545" y="827999"/>
            <a:ext cx="47432" cy="110160"/>
          </a:xfrm>
          <a:prstGeom prst="rect">
            <a:avLst/>
          </a:prstGeom>
          <a:solidFill>
            <a:srgbClr val="FB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5" name="Rectangle 234"/>
          <p:cNvSpPr/>
          <p:nvPr/>
        </p:nvSpPr>
        <p:spPr>
          <a:xfrm>
            <a:off x="1725818" y="827999"/>
            <a:ext cx="47432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6" name="Rectangle 235"/>
          <p:cNvSpPr/>
          <p:nvPr/>
        </p:nvSpPr>
        <p:spPr>
          <a:xfrm>
            <a:off x="1771090" y="827999"/>
            <a:ext cx="47432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7" name="Rectangle 236"/>
          <p:cNvSpPr/>
          <p:nvPr/>
        </p:nvSpPr>
        <p:spPr>
          <a:xfrm>
            <a:off x="1816363" y="827999"/>
            <a:ext cx="47432" cy="110160"/>
          </a:xfrm>
          <a:prstGeom prst="rect">
            <a:avLst/>
          </a:prstGeom>
          <a:solidFill>
            <a:srgbClr val="FBC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8" name="Rectangle 237"/>
          <p:cNvSpPr/>
          <p:nvPr/>
        </p:nvSpPr>
        <p:spPr>
          <a:xfrm>
            <a:off x="1861636" y="827999"/>
            <a:ext cx="47432" cy="110160"/>
          </a:xfrm>
          <a:prstGeom prst="rect">
            <a:avLst/>
          </a:prstGeom>
          <a:solidFill>
            <a:srgbClr val="FBC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39" name="Rectangle 238"/>
          <p:cNvSpPr/>
          <p:nvPr/>
        </p:nvSpPr>
        <p:spPr>
          <a:xfrm>
            <a:off x="1906909" y="827999"/>
            <a:ext cx="47432" cy="110160"/>
          </a:xfrm>
          <a:prstGeom prst="rect">
            <a:avLst/>
          </a:prstGeom>
          <a:solidFill>
            <a:srgbClr val="FBC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0" name="Rectangle 239"/>
          <p:cNvSpPr/>
          <p:nvPr/>
        </p:nvSpPr>
        <p:spPr>
          <a:xfrm>
            <a:off x="1952181" y="827999"/>
            <a:ext cx="47432" cy="110160"/>
          </a:xfrm>
          <a:prstGeom prst="rect">
            <a:avLst/>
          </a:prstGeom>
          <a:solidFill>
            <a:srgbClr val="FBC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1" name="Rectangle 240"/>
          <p:cNvSpPr/>
          <p:nvPr/>
        </p:nvSpPr>
        <p:spPr>
          <a:xfrm>
            <a:off x="1997454" y="827999"/>
            <a:ext cx="47432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2" name="Rectangle 241"/>
          <p:cNvSpPr/>
          <p:nvPr/>
        </p:nvSpPr>
        <p:spPr>
          <a:xfrm>
            <a:off x="2042727" y="827999"/>
            <a:ext cx="47432" cy="110160"/>
          </a:xfrm>
          <a:prstGeom prst="rect">
            <a:avLst/>
          </a:prstGeom>
          <a:solidFill>
            <a:srgbClr val="F8A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00800" y="950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Knowledge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594000" y="936000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5" name="Rectangle 244"/>
          <p:cNvSpPr/>
          <p:nvPr/>
        </p:nvSpPr>
        <p:spPr>
          <a:xfrm>
            <a:off x="639272" y="936000"/>
            <a:ext cx="47432" cy="110160"/>
          </a:xfrm>
          <a:prstGeom prst="rect">
            <a:avLst/>
          </a:prstGeom>
          <a:solidFill>
            <a:srgbClr val="FEE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6" name="Rectangle 245"/>
          <p:cNvSpPr/>
          <p:nvPr/>
        </p:nvSpPr>
        <p:spPr>
          <a:xfrm>
            <a:off x="684545" y="936000"/>
            <a:ext cx="47432" cy="110160"/>
          </a:xfrm>
          <a:prstGeom prst="rect">
            <a:avLst/>
          </a:prstGeom>
          <a:solidFill>
            <a:srgbClr val="FEE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7" name="Rectangle 246"/>
          <p:cNvSpPr/>
          <p:nvPr/>
        </p:nvSpPr>
        <p:spPr>
          <a:xfrm>
            <a:off x="729818" y="936000"/>
            <a:ext cx="47432" cy="110160"/>
          </a:xfrm>
          <a:prstGeom prst="rect">
            <a:avLst/>
          </a:prstGeom>
          <a:solidFill>
            <a:srgbClr val="F7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8" name="Rectangle 247"/>
          <p:cNvSpPr/>
          <p:nvPr/>
        </p:nvSpPr>
        <p:spPr>
          <a:xfrm>
            <a:off x="775090" y="936000"/>
            <a:ext cx="47432" cy="110160"/>
          </a:xfrm>
          <a:prstGeom prst="rect">
            <a:avLst/>
          </a:prstGeom>
          <a:solidFill>
            <a:srgbClr val="8C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49" name="Rectangle 248"/>
          <p:cNvSpPr/>
          <p:nvPr/>
        </p:nvSpPr>
        <p:spPr>
          <a:xfrm>
            <a:off x="820363" y="936000"/>
            <a:ext cx="47432" cy="110160"/>
          </a:xfrm>
          <a:prstGeom prst="rect">
            <a:avLst/>
          </a:prstGeom>
          <a:solidFill>
            <a:srgbClr val="8C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0" name="Rectangle 249"/>
          <p:cNvSpPr/>
          <p:nvPr/>
        </p:nvSpPr>
        <p:spPr>
          <a:xfrm>
            <a:off x="865636" y="936000"/>
            <a:ext cx="47432" cy="110160"/>
          </a:xfrm>
          <a:prstGeom prst="rect">
            <a:avLst/>
          </a:prstGeom>
          <a:solidFill>
            <a:srgbClr val="AE3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1" name="Rectangle 250"/>
          <p:cNvSpPr/>
          <p:nvPr/>
        </p:nvSpPr>
        <p:spPr>
          <a:xfrm>
            <a:off x="910909" y="936000"/>
            <a:ext cx="47432" cy="110160"/>
          </a:xfrm>
          <a:prstGeom prst="rect">
            <a:avLst/>
          </a:prstGeom>
          <a:solidFill>
            <a:srgbClr val="CC4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2" name="Rectangle 251"/>
          <p:cNvSpPr/>
          <p:nvPr/>
        </p:nvSpPr>
        <p:spPr>
          <a:xfrm>
            <a:off x="956181" y="936000"/>
            <a:ext cx="47432" cy="110160"/>
          </a:xfrm>
          <a:prstGeom prst="rect">
            <a:avLst/>
          </a:prstGeom>
          <a:solidFill>
            <a:srgbClr val="E16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3" name="Rectangle 252"/>
          <p:cNvSpPr/>
          <p:nvPr/>
        </p:nvSpPr>
        <p:spPr>
          <a:xfrm>
            <a:off x="1001454" y="936000"/>
            <a:ext cx="47432" cy="110160"/>
          </a:xfrm>
          <a:prstGeom prst="rect">
            <a:avLst/>
          </a:prstGeom>
          <a:solidFill>
            <a:srgbClr val="F06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4" name="Rectangle 253"/>
          <p:cNvSpPr/>
          <p:nvPr/>
        </p:nvSpPr>
        <p:spPr>
          <a:xfrm>
            <a:off x="1046727" y="936000"/>
            <a:ext cx="47432" cy="110160"/>
          </a:xfrm>
          <a:prstGeom prst="rect">
            <a:avLst/>
          </a:prstGeom>
          <a:solidFill>
            <a:srgbClr val="F07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5" name="Rectangle 254"/>
          <p:cNvSpPr/>
          <p:nvPr/>
        </p:nvSpPr>
        <p:spPr>
          <a:xfrm>
            <a:off x="1092000" y="936000"/>
            <a:ext cx="47432" cy="110160"/>
          </a:xfrm>
          <a:prstGeom prst="rect">
            <a:avLst/>
          </a:prstGeom>
          <a:solidFill>
            <a:srgbClr val="F179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6" name="Rectangle 255"/>
          <p:cNvSpPr/>
          <p:nvPr/>
        </p:nvSpPr>
        <p:spPr>
          <a:xfrm>
            <a:off x="1137272" y="936000"/>
            <a:ext cx="47432" cy="110160"/>
          </a:xfrm>
          <a:prstGeom prst="rect">
            <a:avLst/>
          </a:prstGeom>
          <a:solidFill>
            <a:srgbClr val="F28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7" name="Rectangle 256"/>
          <p:cNvSpPr/>
          <p:nvPr/>
        </p:nvSpPr>
        <p:spPr>
          <a:xfrm>
            <a:off x="1182545" y="936000"/>
            <a:ext cx="47432" cy="110160"/>
          </a:xfrm>
          <a:prstGeom prst="rect">
            <a:avLst/>
          </a:prstGeom>
          <a:solidFill>
            <a:srgbClr val="F49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8" name="Rectangle 257"/>
          <p:cNvSpPr/>
          <p:nvPr/>
        </p:nvSpPr>
        <p:spPr>
          <a:xfrm>
            <a:off x="1227818" y="936000"/>
            <a:ext cx="47432" cy="110160"/>
          </a:xfrm>
          <a:prstGeom prst="rect">
            <a:avLst/>
          </a:prstGeom>
          <a:solidFill>
            <a:srgbClr val="F69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59" name="Rectangle 258"/>
          <p:cNvSpPr/>
          <p:nvPr/>
        </p:nvSpPr>
        <p:spPr>
          <a:xfrm>
            <a:off x="1273090" y="936000"/>
            <a:ext cx="47432" cy="110160"/>
          </a:xfrm>
          <a:prstGeom prst="rect">
            <a:avLst/>
          </a:prstGeom>
          <a:solidFill>
            <a:srgbClr val="F7A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0" name="Rectangle 259"/>
          <p:cNvSpPr/>
          <p:nvPr/>
        </p:nvSpPr>
        <p:spPr>
          <a:xfrm>
            <a:off x="1318363" y="936000"/>
            <a:ext cx="47432" cy="110160"/>
          </a:xfrm>
          <a:prstGeom prst="rect">
            <a:avLst/>
          </a:prstGeom>
          <a:solidFill>
            <a:srgbClr val="F8B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1" name="Rectangle 260"/>
          <p:cNvSpPr/>
          <p:nvPr/>
        </p:nvSpPr>
        <p:spPr>
          <a:xfrm>
            <a:off x="1363636" y="936000"/>
            <a:ext cx="47432" cy="110160"/>
          </a:xfrm>
          <a:prstGeom prst="rect">
            <a:avLst/>
          </a:prstGeom>
          <a:solidFill>
            <a:srgbClr val="F9B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2" name="Rectangle 261"/>
          <p:cNvSpPr/>
          <p:nvPr/>
        </p:nvSpPr>
        <p:spPr>
          <a:xfrm>
            <a:off x="1408909" y="936000"/>
            <a:ext cx="47432" cy="110160"/>
          </a:xfrm>
          <a:prstGeom prst="rect">
            <a:avLst/>
          </a:prstGeom>
          <a:solidFill>
            <a:srgbClr val="FAC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3" name="Rectangle 262"/>
          <p:cNvSpPr/>
          <p:nvPr/>
        </p:nvSpPr>
        <p:spPr>
          <a:xfrm>
            <a:off x="1454181" y="936000"/>
            <a:ext cx="47432" cy="110160"/>
          </a:xfrm>
          <a:prstGeom prst="rect">
            <a:avLst/>
          </a:prstGeom>
          <a:solidFill>
            <a:srgbClr val="FAC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4" name="Rectangle 263"/>
          <p:cNvSpPr/>
          <p:nvPr/>
        </p:nvSpPr>
        <p:spPr>
          <a:xfrm>
            <a:off x="1499454" y="936000"/>
            <a:ext cx="47432" cy="110160"/>
          </a:xfrm>
          <a:prstGeom prst="rect">
            <a:avLst/>
          </a:prstGeom>
          <a:solidFill>
            <a:srgbClr val="FBC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5" name="Rectangle 264"/>
          <p:cNvSpPr/>
          <p:nvPr/>
        </p:nvSpPr>
        <p:spPr>
          <a:xfrm>
            <a:off x="1544727" y="936000"/>
            <a:ext cx="47432" cy="110160"/>
          </a:xfrm>
          <a:prstGeom prst="rect">
            <a:avLst/>
          </a:prstGeom>
          <a:solidFill>
            <a:srgbClr val="FBC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6" name="Rectangle 265"/>
          <p:cNvSpPr/>
          <p:nvPr/>
        </p:nvSpPr>
        <p:spPr>
          <a:xfrm>
            <a:off x="1589999" y="936000"/>
            <a:ext cx="47432" cy="110160"/>
          </a:xfrm>
          <a:prstGeom prst="rect">
            <a:avLst/>
          </a:prstGeom>
          <a:solidFill>
            <a:srgbClr val="FBC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7" name="Rectangle 266"/>
          <p:cNvSpPr/>
          <p:nvPr/>
        </p:nvSpPr>
        <p:spPr>
          <a:xfrm>
            <a:off x="1635272" y="936000"/>
            <a:ext cx="47432" cy="110160"/>
          </a:xfrm>
          <a:prstGeom prst="rect">
            <a:avLst/>
          </a:prstGeom>
          <a:solidFill>
            <a:srgbClr val="FBC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8" name="Rectangle 267"/>
          <p:cNvSpPr/>
          <p:nvPr/>
        </p:nvSpPr>
        <p:spPr>
          <a:xfrm>
            <a:off x="1680545" y="936000"/>
            <a:ext cx="47432" cy="110160"/>
          </a:xfrm>
          <a:prstGeom prst="rect">
            <a:avLst/>
          </a:prstGeom>
          <a:solidFill>
            <a:srgbClr val="FBC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69" name="Rectangle 268"/>
          <p:cNvSpPr/>
          <p:nvPr/>
        </p:nvSpPr>
        <p:spPr>
          <a:xfrm>
            <a:off x="1725818" y="936000"/>
            <a:ext cx="47432" cy="110160"/>
          </a:xfrm>
          <a:prstGeom prst="rect">
            <a:avLst/>
          </a:prstGeom>
          <a:solidFill>
            <a:srgbClr val="FBC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0" name="Rectangle 269"/>
          <p:cNvSpPr/>
          <p:nvPr/>
        </p:nvSpPr>
        <p:spPr>
          <a:xfrm>
            <a:off x="1771090" y="936000"/>
            <a:ext cx="47432" cy="110160"/>
          </a:xfrm>
          <a:prstGeom prst="rect">
            <a:avLst/>
          </a:prstGeom>
          <a:solidFill>
            <a:srgbClr val="FC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1" name="Rectangle 270"/>
          <p:cNvSpPr/>
          <p:nvPr/>
        </p:nvSpPr>
        <p:spPr>
          <a:xfrm>
            <a:off x="1816363" y="936000"/>
            <a:ext cx="47432" cy="110160"/>
          </a:xfrm>
          <a:prstGeom prst="rect">
            <a:avLst/>
          </a:prstGeom>
          <a:solidFill>
            <a:srgbClr val="FCC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2" name="Rectangle 271"/>
          <p:cNvSpPr/>
          <p:nvPr/>
        </p:nvSpPr>
        <p:spPr>
          <a:xfrm>
            <a:off x="1861636" y="936000"/>
            <a:ext cx="47432" cy="110160"/>
          </a:xfrm>
          <a:prstGeom prst="rect">
            <a:avLst/>
          </a:prstGeom>
          <a:solidFill>
            <a:srgbClr val="FCC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3" name="Rectangle 272"/>
          <p:cNvSpPr/>
          <p:nvPr/>
        </p:nvSpPr>
        <p:spPr>
          <a:xfrm>
            <a:off x="1906909" y="936000"/>
            <a:ext cx="47432" cy="110160"/>
          </a:xfrm>
          <a:prstGeom prst="rect">
            <a:avLst/>
          </a:prstGeom>
          <a:solidFill>
            <a:srgbClr val="FCC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4" name="Rectangle 273"/>
          <p:cNvSpPr/>
          <p:nvPr/>
        </p:nvSpPr>
        <p:spPr>
          <a:xfrm>
            <a:off x="1952181" y="936000"/>
            <a:ext cx="47432" cy="110160"/>
          </a:xfrm>
          <a:prstGeom prst="rect">
            <a:avLst/>
          </a:prstGeom>
          <a:solidFill>
            <a:srgbClr val="FCD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5" name="Rectangle 274"/>
          <p:cNvSpPr/>
          <p:nvPr/>
        </p:nvSpPr>
        <p:spPr>
          <a:xfrm>
            <a:off x="1997454" y="936000"/>
            <a:ext cx="47432" cy="110160"/>
          </a:xfrm>
          <a:prstGeom prst="rect">
            <a:avLst/>
          </a:prstGeom>
          <a:solidFill>
            <a:srgbClr val="FCCC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6" name="Rectangle 275"/>
          <p:cNvSpPr/>
          <p:nvPr/>
        </p:nvSpPr>
        <p:spPr>
          <a:xfrm>
            <a:off x="2042727" y="936000"/>
            <a:ext cx="47432" cy="110160"/>
          </a:xfrm>
          <a:prstGeom prst="rect">
            <a:avLst/>
          </a:prstGeom>
          <a:solidFill>
            <a:srgbClr val="F8B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00800" y="1058400"/>
            <a:ext cx="468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62626"/>
                </a:solidFill>
                <a:latin typeface="Arial"/>
              </a:rPr>
              <a:t>rest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594000" y="1044000"/>
            <a:ext cx="47432" cy="1101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79" name="Rectangle 278"/>
          <p:cNvSpPr/>
          <p:nvPr/>
        </p:nvSpPr>
        <p:spPr>
          <a:xfrm>
            <a:off x="639272" y="1044000"/>
            <a:ext cx="47432" cy="110160"/>
          </a:xfrm>
          <a:prstGeom prst="rect">
            <a:avLst/>
          </a:prstGeom>
          <a:solidFill>
            <a:srgbClr val="FEE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0" name="Rectangle 279"/>
          <p:cNvSpPr/>
          <p:nvPr/>
        </p:nvSpPr>
        <p:spPr>
          <a:xfrm>
            <a:off x="684545" y="1044000"/>
            <a:ext cx="47432" cy="110160"/>
          </a:xfrm>
          <a:prstGeom prst="rect">
            <a:avLst/>
          </a:prstGeom>
          <a:solidFill>
            <a:srgbClr val="FD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1" name="Rectangle 280"/>
          <p:cNvSpPr/>
          <p:nvPr/>
        </p:nvSpPr>
        <p:spPr>
          <a:xfrm>
            <a:off x="729818" y="1044000"/>
            <a:ext cx="47432" cy="110160"/>
          </a:xfrm>
          <a:prstGeom prst="rect">
            <a:avLst/>
          </a:prstGeom>
          <a:solidFill>
            <a:srgbClr val="F7A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2" name="Rectangle 281"/>
          <p:cNvSpPr/>
          <p:nvPr/>
        </p:nvSpPr>
        <p:spPr>
          <a:xfrm>
            <a:off x="775090" y="1044000"/>
            <a:ext cx="47432" cy="110160"/>
          </a:xfrm>
          <a:prstGeom prst="rect">
            <a:avLst/>
          </a:prstGeom>
          <a:solidFill>
            <a:srgbClr val="B83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3" name="Rectangle 282"/>
          <p:cNvSpPr/>
          <p:nvPr/>
        </p:nvSpPr>
        <p:spPr>
          <a:xfrm>
            <a:off x="820363" y="1044000"/>
            <a:ext cx="47432" cy="110160"/>
          </a:xfrm>
          <a:prstGeom prst="rect">
            <a:avLst/>
          </a:prstGeom>
          <a:solidFill>
            <a:srgbClr val="E16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4" name="Rectangle 283"/>
          <p:cNvSpPr/>
          <p:nvPr/>
        </p:nvSpPr>
        <p:spPr>
          <a:xfrm>
            <a:off x="865636" y="1044000"/>
            <a:ext cx="47432" cy="110160"/>
          </a:xfrm>
          <a:prstGeom prst="rect">
            <a:avLst/>
          </a:prstGeom>
          <a:solidFill>
            <a:srgbClr val="F27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5" name="Rectangle 284"/>
          <p:cNvSpPr/>
          <p:nvPr/>
        </p:nvSpPr>
        <p:spPr>
          <a:xfrm>
            <a:off x="910909" y="1044000"/>
            <a:ext cx="47432" cy="110160"/>
          </a:xfrm>
          <a:prstGeom prst="rect">
            <a:avLst/>
          </a:prstGeom>
          <a:solidFill>
            <a:srgbClr val="F49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6" name="Rectangle 285"/>
          <p:cNvSpPr/>
          <p:nvPr/>
        </p:nvSpPr>
        <p:spPr>
          <a:xfrm>
            <a:off x="956181" y="1044000"/>
            <a:ext cx="47432" cy="110160"/>
          </a:xfrm>
          <a:prstGeom prst="rect">
            <a:avLst/>
          </a:prstGeom>
          <a:solidFill>
            <a:srgbClr val="F6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7" name="Rectangle 286"/>
          <p:cNvSpPr/>
          <p:nvPr/>
        </p:nvSpPr>
        <p:spPr>
          <a:xfrm>
            <a:off x="1001454" y="1044000"/>
            <a:ext cx="47432" cy="110160"/>
          </a:xfrm>
          <a:prstGeom prst="rect">
            <a:avLst/>
          </a:prstGeom>
          <a:solidFill>
            <a:srgbClr val="F8A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8" name="Rectangle 287"/>
          <p:cNvSpPr/>
          <p:nvPr/>
        </p:nvSpPr>
        <p:spPr>
          <a:xfrm>
            <a:off x="1046727" y="1044000"/>
            <a:ext cx="47432" cy="110160"/>
          </a:xfrm>
          <a:prstGeom prst="rect">
            <a:avLst/>
          </a:prstGeom>
          <a:solidFill>
            <a:srgbClr val="F8B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89" name="Rectangle 288"/>
          <p:cNvSpPr/>
          <p:nvPr/>
        </p:nvSpPr>
        <p:spPr>
          <a:xfrm>
            <a:off x="1092000" y="1044000"/>
            <a:ext cx="47432" cy="110160"/>
          </a:xfrm>
          <a:prstGeom prst="rect">
            <a:avLst/>
          </a:prstGeom>
          <a:solidFill>
            <a:srgbClr val="F9B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0" name="Rectangle 289"/>
          <p:cNvSpPr/>
          <p:nvPr/>
        </p:nvSpPr>
        <p:spPr>
          <a:xfrm>
            <a:off x="1137272" y="1044000"/>
            <a:ext cx="47432" cy="110160"/>
          </a:xfrm>
          <a:prstGeom prst="rect">
            <a:avLst/>
          </a:prstGeom>
          <a:solidFill>
            <a:srgbClr val="F9B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1" name="Rectangle 290"/>
          <p:cNvSpPr/>
          <p:nvPr/>
        </p:nvSpPr>
        <p:spPr>
          <a:xfrm>
            <a:off x="1182545" y="1044000"/>
            <a:ext cx="47432" cy="110160"/>
          </a:xfrm>
          <a:prstGeom prst="rect">
            <a:avLst/>
          </a:prstGeom>
          <a:solidFill>
            <a:srgbClr val="FAB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2" name="Rectangle 291"/>
          <p:cNvSpPr/>
          <p:nvPr/>
        </p:nvSpPr>
        <p:spPr>
          <a:xfrm>
            <a:off x="1227818" y="1044000"/>
            <a:ext cx="47432" cy="110160"/>
          </a:xfrm>
          <a:prstGeom prst="rect">
            <a:avLst/>
          </a:prstGeom>
          <a:solidFill>
            <a:srgbClr val="FA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3" name="Rectangle 292"/>
          <p:cNvSpPr/>
          <p:nvPr/>
        </p:nvSpPr>
        <p:spPr>
          <a:xfrm>
            <a:off x="1273090" y="1044000"/>
            <a:ext cx="47432" cy="110160"/>
          </a:xfrm>
          <a:prstGeom prst="rect">
            <a:avLst/>
          </a:prstGeom>
          <a:solidFill>
            <a:srgbClr val="FAC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4" name="Rectangle 293"/>
          <p:cNvSpPr/>
          <p:nvPr/>
        </p:nvSpPr>
        <p:spPr>
          <a:xfrm>
            <a:off x="1318363" y="1044000"/>
            <a:ext cx="47432" cy="110160"/>
          </a:xfrm>
          <a:prstGeom prst="rect">
            <a:avLst/>
          </a:prstGeom>
          <a:solidFill>
            <a:srgbClr val="FABF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5" name="Rectangle 294"/>
          <p:cNvSpPr/>
          <p:nvPr/>
        </p:nvSpPr>
        <p:spPr>
          <a:xfrm>
            <a:off x="1363636" y="1044000"/>
            <a:ext cx="47432" cy="110160"/>
          </a:xfrm>
          <a:prstGeom prst="rect">
            <a:avLst/>
          </a:prstGeom>
          <a:solidFill>
            <a:srgbClr val="FAC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6" name="Rectangle 295"/>
          <p:cNvSpPr/>
          <p:nvPr/>
        </p:nvSpPr>
        <p:spPr>
          <a:xfrm>
            <a:off x="1408909" y="1044000"/>
            <a:ext cx="47432" cy="110160"/>
          </a:xfrm>
          <a:prstGeom prst="rect">
            <a:avLst/>
          </a:prstGeom>
          <a:solidFill>
            <a:srgbClr val="FAC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7" name="Rectangle 296"/>
          <p:cNvSpPr/>
          <p:nvPr/>
        </p:nvSpPr>
        <p:spPr>
          <a:xfrm>
            <a:off x="1454181" y="1044000"/>
            <a:ext cx="47432" cy="110160"/>
          </a:xfrm>
          <a:prstGeom prst="rect">
            <a:avLst/>
          </a:prstGeom>
          <a:solidFill>
            <a:srgbClr val="FAC2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8" name="Rectangle 297"/>
          <p:cNvSpPr/>
          <p:nvPr/>
        </p:nvSpPr>
        <p:spPr>
          <a:xfrm>
            <a:off x="1499454" y="1044000"/>
            <a:ext cx="47432" cy="110160"/>
          </a:xfrm>
          <a:prstGeom prst="rect">
            <a:avLst/>
          </a:prstGeom>
          <a:solidFill>
            <a:srgbClr val="FA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299" name="Rectangle 298"/>
          <p:cNvSpPr/>
          <p:nvPr/>
        </p:nvSpPr>
        <p:spPr>
          <a:xfrm>
            <a:off x="1544727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0" name="Rectangle 299"/>
          <p:cNvSpPr/>
          <p:nvPr/>
        </p:nvSpPr>
        <p:spPr>
          <a:xfrm>
            <a:off x="1589999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1" name="Rectangle 300"/>
          <p:cNvSpPr/>
          <p:nvPr/>
        </p:nvSpPr>
        <p:spPr>
          <a:xfrm>
            <a:off x="1635272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2" name="Rectangle 301"/>
          <p:cNvSpPr/>
          <p:nvPr/>
        </p:nvSpPr>
        <p:spPr>
          <a:xfrm>
            <a:off x="1680545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3" name="Rectangle 302"/>
          <p:cNvSpPr/>
          <p:nvPr/>
        </p:nvSpPr>
        <p:spPr>
          <a:xfrm>
            <a:off x="1725818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4" name="Rectangle 303"/>
          <p:cNvSpPr/>
          <p:nvPr/>
        </p:nvSpPr>
        <p:spPr>
          <a:xfrm>
            <a:off x="1771090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5" name="Rectangle 304"/>
          <p:cNvSpPr/>
          <p:nvPr/>
        </p:nvSpPr>
        <p:spPr>
          <a:xfrm>
            <a:off x="1816363" y="1044000"/>
            <a:ext cx="47432" cy="110160"/>
          </a:xfrm>
          <a:prstGeom prst="rect">
            <a:avLst/>
          </a:prstGeom>
          <a:solidFill>
            <a:srgbClr val="FAB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6" name="Rectangle 305"/>
          <p:cNvSpPr/>
          <p:nvPr/>
        </p:nvSpPr>
        <p:spPr>
          <a:xfrm>
            <a:off x="1861636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7" name="Rectangle 306"/>
          <p:cNvSpPr/>
          <p:nvPr/>
        </p:nvSpPr>
        <p:spPr>
          <a:xfrm>
            <a:off x="1906909" y="1044000"/>
            <a:ext cx="47432" cy="110160"/>
          </a:xfrm>
          <a:prstGeom prst="rect">
            <a:avLst/>
          </a:prstGeom>
          <a:solidFill>
            <a:srgbClr val="FAB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8" name="Rectangle 307"/>
          <p:cNvSpPr/>
          <p:nvPr/>
        </p:nvSpPr>
        <p:spPr>
          <a:xfrm>
            <a:off x="1952181" y="1044000"/>
            <a:ext cx="47432" cy="110160"/>
          </a:xfrm>
          <a:prstGeom prst="rect">
            <a:avLst/>
          </a:prstGeom>
          <a:solidFill>
            <a:srgbClr val="FAB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09" name="Rectangle 308"/>
          <p:cNvSpPr/>
          <p:nvPr/>
        </p:nvSpPr>
        <p:spPr>
          <a:xfrm>
            <a:off x="1997454" y="1044000"/>
            <a:ext cx="47432" cy="110160"/>
          </a:xfrm>
          <a:prstGeom prst="rect">
            <a:avLst/>
          </a:prstGeom>
          <a:solidFill>
            <a:srgbClr val="F9B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10" name="Rectangle 309"/>
          <p:cNvSpPr/>
          <p:nvPr/>
        </p:nvSpPr>
        <p:spPr>
          <a:xfrm>
            <a:off x="2042727" y="1044000"/>
            <a:ext cx="47432" cy="110160"/>
          </a:xfrm>
          <a:prstGeom prst="rect">
            <a:avLst/>
          </a:prstGeom>
          <a:solidFill>
            <a:srgbClr val="F9B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11" name="Rectangle 310"/>
          <p:cNvSpPr/>
          <p:nvPr/>
        </p:nvSpPr>
        <p:spPr>
          <a:xfrm>
            <a:off x="594000" y="180000"/>
            <a:ext cx="1493999" cy="971999"/>
          </a:xfrm>
          <a:prstGeom prst="rect">
            <a:avLst/>
          </a:prstGeom>
          <a:noFill/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12" name="Rectangle 311"/>
          <p:cNvSpPr/>
          <p:nvPr/>
        </p:nvSpPr>
        <p:spPr>
          <a:xfrm>
            <a:off x="684545" y="612000"/>
            <a:ext cx="45272" cy="1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cxnSp>
        <p:nvCxnSpPr>
          <p:cNvPr id="313" name="Connector 312"/>
          <p:cNvCxnSpPr/>
          <p:nvPr/>
        </p:nvCxnSpPr>
        <p:spPr>
          <a:xfrm flipV="1">
            <a:off x="737018" y="338400"/>
            <a:ext cx="92400" cy="327600"/>
          </a:xfrm>
          <a:prstGeom prst="line">
            <a:avLst/>
          </a:prstGeom>
          <a:ln w="6350">
            <a:solidFill>
              <a:srgbClr val="26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/>
          <p:cNvSpPr txBox="1"/>
          <p:nvPr/>
        </p:nvSpPr>
        <p:spPr>
          <a:xfrm>
            <a:off x="833945" y="261000"/>
            <a:ext cx="1440000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62626"/>
                </a:solidFill>
                <a:latin typeface="Arial"/>
              </a:rPr>
              <a:t>first at layer 2, end_header (3.6)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508636" y="11699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</a:t>
            </a:r>
          </a:p>
        </p:txBody>
      </p:sp>
      <p:cxnSp>
        <p:nvCxnSpPr>
          <p:cNvPr id="316" name="Connector 315"/>
          <p:cNvCxnSpPr/>
          <p:nvPr/>
        </p:nvCxnSpPr>
        <p:spPr>
          <a:xfrm>
            <a:off x="616636" y="1152000"/>
            <a:ext cx="0" cy="17999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TextBox 316"/>
          <p:cNvSpPr txBox="1"/>
          <p:nvPr/>
        </p:nvSpPr>
        <p:spPr>
          <a:xfrm>
            <a:off x="870818" y="11699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8</a:t>
            </a:r>
          </a:p>
        </p:txBody>
      </p:sp>
      <p:cxnSp>
        <p:nvCxnSpPr>
          <p:cNvPr id="318" name="Connector 317"/>
          <p:cNvCxnSpPr/>
          <p:nvPr/>
        </p:nvCxnSpPr>
        <p:spPr>
          <a:xfrm>
            <a:off x="978818" y="1152000"/>
            <a:ext cx="0" cy="17999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TextBox 318"/>
          <p:cNvSpPr txBox="1"/>
          <p:nvPr/>
        </p:nvSpPr>
        <p:spPr>
          <a:xfrm>
            <a:off x="1233000" y="11699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16</a:t>
            </a:r>
          </a:p>
        </p:txBody>
      </p:sp>
      <p:cxnSp>
        <p:nvCxnSpPr>
          <p:cNvPr id="320" name="Connector 319"/>
          <p:cNvCxnSpPr/>
          <p:nvPr/>
        </p:nvCxnSpPr>
        <p:spPr>
          <a:xfrm>
            <a:off x="1341000" y="1152000"/>
            <a:ext cx="0" cy="17999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TextBox 320"/>
          <p:cNvSpPr txBox="1"/>
          <p:nvPr/>
        </p:nvSpPr>
        <p:spPr>
          <a:xfrm>
            <a:off x="1595181" y="11699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24</a:t>
            </a:r>
          </a:p>
        </p:txBody>
      </p:sp>
      <p:cxnSp>
        <p:nvCxnSpPr>
          <p:cNvPr id="322" name="Connector 321"/>
          <p:cNvCxnSpPr/>
          <p:nvPr/>
        </p:nvCxnSpPr>
        <p:spPr>
          <a:xfrm>
            <a:off x="1703181" y="1152000"/>
            <a:ext cx="0" cy="17999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TextBox 322"/>
          <p:cNvSpPr txBox="1"/>
          <p:nvPr/>
        </p:nvSpPr>
        <p:spPr>
          <a:xfrm>
            <a:off x="1957363" y="11699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32</a:t>
            </a:r>
          </a:p>
        </p:txBody>
      </p:sp>
      <p:cxnSp>
        <p:nvCxnSpPr>
          <p:cNvPr id="324" name="Connector 323"/>
          <p:cNvCxnSpPr/>
          <p:nvPr/>
        </p:nvCxnSpPr>
        <p:spPr>
          <a:xfrm>
            <a:off x="2065363" y="1152000"/>
            <a:ext cx="0" cy="17999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TextBox 324"/>
          <p:cNvSpPr txBox="1"/>
          <p:nvPr/>
        </p:nvSpPr>
        <p:spPr>
          <a:xfrm>
            <a:off x="594000" y="1252799"/>
            <a:ext cx="149399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layer</a:t>
            </a:r>
          </a:p>
        </p:txBody>
      </p:sp>
      <p:sp>
        <p:nvSpPr>
          <p:cNvPr id="326" name="TextBox 325"/>
          <p:cNvSpPr txBox="1"/>
          <p:nvPr/>
        </p:nvSpPr>
        <p:spPr>
          <a:xfrm rot="16200000">
            <a:off x="-428400" y="637199"/>
            <a:ext cx="971999" cy="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prompt position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2124000" y="1127700"/>
            <a:ext cx="57600" cy="2646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28" name="Rectangle 327"/>
          <p:cNvSpPr/>
          <p:nvPr/>
        </p:nvSpPr>
        <p:spPr>
          <a:xfrm>
            <a:off x="2124000" y="1103400"/>
            <a:ext cx="57600" cy="26460"/>
          </a:xfrm>
          <a:prstGeom prst="rect">
            <a:avLst/>
          </a:prstGeom>
          <a:solidFill>
            <a:srgbClr val="FF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29" name="Rectangle 328"/>
          <p:cNvSpPr/>
          <p:nvPr/>
        </p:nvSpPr>
        <p:spPr>
          <a:xfrm>
            <a:off x="2124000" y="1079099"/>
            <a:ext cx="57600" cy="26460"/>
          </a:xfrm>
          <a:prstGeom prst="rect">
            <a:avLst/>
          </a:prstGeom>
          <a:solidFill>
            <a:srgbClr val="FEEE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0" name="Rectangle 329"/>
          <p:cNvSpPr/>
          <p:nvPr/>
        </p:nvSpPr>
        <p:spPr>
          <a:xfrm>
            <a:off x="2124000" y="1054800"/>
            <a:ext cx="57600" cy="26460"/>
          </a:xfrm>
          <a:prstGeom prst="rect">
            <a:avLst/>
          </a:prstGeom>
          <a:solidFill>
            <a:srgbClr val="FEEA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1" name="Rectangle 330"/>
          <p:cNvSpPr/>
          <p:nvPr/>
        </p:nvSpPr>
        <p:spPr>
          <a:xfrm>
            <a:off x="2124000" y="1030499"/>
            <a:ext cx="57600" cy="26460"/>
          </a:xfrm>
          <a:prstGeom prst="rect">
            <a:avLst/>
          </a:prstGeom>
          <a:solidFill>
            <a:srgbClr val="FE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2" name="Rectangle 331"/>
          <p:cNvSpPr/>
          <p:nvPr/>
        </p:nvSpPr>
        <p:spPr>
          <a:xfrm>
            <a:off x="2124000" y="1006200"/>
            <a:ext cx="57600" cy="26460"/>
          </a:xfrm>
          <a:prstGeom prst="rect">
            <a:avLst/>
          </a:prstGeom>
          <a:solidFill>
            <a:srgbClr val="FEE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3" name="Rectangle 332"/>
          <p:cNvSpPr/>
          <p:nvPr/>
        </p:nvSpPr>
        <p:spPr>
          <a:xfrm>
            <a:off x="2124000" y="981899"/>
            <a:ext cx="57600" cy="26460"/>
          </a:xfrm>
          <a:prstGeom prst="rect">
            <a:avLst/>
          </a:prstGeom>
          <a:solidFill>
            <a:srgbClr val="FDD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4" name="Rectangle 333"/>
          <p:cNvSpPr/>
          <p:nvPr/>
        </p:nvSpPr>
        <p:spPr>
          <a:xfrm>
            <a:off x="2124000" y="957599"/>
            <a:ext cx="57600" cy="26460"/>
          </a:xfrm>
          <a:prstGeom prst="rect">
            <a:avLst/>
          </a:prstGeom>
          <a:solidFill>
            <a:srgbClr val="FDD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5" name="Rectangle 334"/>
          <p:cNvSpPr/>
          <p:nvPr/>
        </p:nvSpPr>
        <p:spPr>
          <a:xfrm>
            <a:off x="2124000" y="933299"/>
            <a:ext cx="57600" cy="26460"/>
          </a:xfrm>
          <a:prstGeom prst="rect">
            <a:avLst/>
          </a:prstGeom>
          <a:solidFill>
            <a:srgbClr val="FDD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6" name="Rectangle 335"/>
          <p:cNvSpPr/>
          <p:nvPr/>
        </p:nvSpPr>
        <p:spPr>
          <a:xfrm>
            <a:off x="2124000" y="909000"/>
            <a:ext cx="57600" cy="26460"/>
          </a:xfrm>
          <a:prstGeom prst="rect">
            <a:avLst/>
          </a:prstGeom>
          <a:solidFill>
            <a:srgbClr val="FCD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7" name="Rectangle 336"/>
          <p:cNvSpPr/>
          <p:nvPr/>
        </p:nvSpPr>
        <p:spPr>
          <a:xfrm>
            <a:off x="2124000" y="884699"/>
            <a:ext cx="57600" cy="26460"/>
          </a:xfrm>
          <a:prstGeom prst="rect">
            <a:avLst/>
          </a:prstGeom>
          <a:solidFill>
            <a:srgbClr val="FBC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8" name="Rectangle 337"/>
          <p:cNvSpPr/>
          <p:nvPr/>
        </p:nvSpPr>
        <p:spPr>
          <a:xfrm>
            <a:off x="2124000" y="860399"/>
            <a:ext cx="57600" cy="26460"/>
          </a:xfrm>
          <a:prstGeom prst="rect">
            <a:avLst/>
          </a:prstGeom>
          <a:solidFill>
            <a:srgbClr val="FAB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39" name="Rectangle 338"/>
          <p:cNvSpPr/>
          <p:nvPr/>
        </p:nvSpPr>
        <p:spPr>
          <a:xfrm>
            <a:off x="2124000" y="836099"/>
            <a:ext cx="57600" cy="26460"/>
          </a:xfrm>
          <a:prstGeom prst="rect">
            <a:avLst/>
          </a:prstGeom>
          <a:solidFill>
            <a:srgbClr val="F9B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0" name="Rectangle 339"/>
          <p:cNvSpPr/>
          <p:nvPr/>
        </p:nvSpPr>
        <p:spPr>
          <a:xfrm>
            <a:off x="2124000" y="811800"/>
            <a:ext cx="57600" cy="26460"/>
          </a:xfrm>
          <a:prstGeom prst="rect">
            <a:avLst/>
          </a:prstGeom>
          <a:solidFill>
            <a:srgbClr val="F8A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1" name="Rectangle 340"/>
          <p:cNvSpPr/>
          <p:nvPr/>
        </p:nvSpPr>
        <p:spPr>
          <a:xfrm>
            <a:off x="2124000" y="787500"/>
            <a:ext cx="57600" cy="26460"/>
          </a:xfrm>
          <a:prstGeom prst="rect">
            <a:avLst/>
          </a:prstGeom>
          <a:solidFill>
            <a:srgbClr val="F7A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2" name="Rectangle 341"/>
          <p:cNvSpPr/>
          <p:nvPr/>
        </p:nvSpPr>
        <p:spPr>
          <a:xfrm>
            <a:off x="2124000" y="763200"/>
            <a:ext cx="57600" cy="26460"/>
          </a:xfrm>
          <a:prstGeom prst="rect">
            <a:avLst/>
          </a:prstGeom>
          <a:solidFill>
            <a:srgbClr val="F69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3" name="Rectangle 342"/>
          <p:cNvSpPr/>
          <p:nvPr/>
        </p:nvSpPr>
        <p:spPr>
          <a:xfrm>
            <a:off x="2124000" y="738899"/>
            <a:ext cx="57600" cy="26460"/>
          </a:xfrm>
          <a:prstGeom prst="rect">
            <a:avLst/>
          </a:prstGeom>
          <a:solidFill>
            <a:srgbClr val="F59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4" name="Rectangle 343"/>
          <p:cNvSpPr/>
          <p:nvPr/>
        </p:nvSpPr>
        <p:spPr>
          <a:xfrm>
            <a:off x="2124000" y="714600"/>
            <a:ext cx="57600" cy="26460"/>
          </a:xfrm>
          <a:prstGeom prst="rect">
            <a:avLst/>
          </a:prstGeom>
          <a:solidFill>
            <a:srgbClr val="F49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5" name="Rectangle 344"/>
          <p:cNvSpPr/>
          <p:nvPr/>
        </p:nvSpPr>
        <p:spPr>
          <a:xfrm>
            <a:off x="2124000" y="690299"/>
            <a:ext cx="57600" cy="26460"/>
          </a:xfrm>
          <a:prstGeom prst="rect">
            <a:avLst/>
          </a:prstGeom>
          <a:solidFill>
            <a:srgbClr val="F389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6" name="Rectangle 345"/>
          <p:cNvSpPr/>
          <p:nvPr/>
        </p:nvSpPr>
        <p:spPr>
          <a:xfrm>
            <a:off x="2124000" y="666000"/>
            <a:ext cx="57600" cy="26460"/>
          </a:xfrm>
          <a:prstGeom prst="rect">
            <a:avLst/>
          </a:prstGeom>
          <a:solidFill>
            <a:srgbClr val="F28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7" name="Rectangle 346"/>
          <p:cNvSpPr/>
          <p:nvPr/>
        </p:nvSpPr>
        <p:spPr>
          <a:xfrm>
            <a:off x="2124000" y="641699"/>
            <a:ext cx="57600" cy="26460"/>
          </a:xfrm>
          <a:prstGeom prst="rect">
            <a:avLst/>
          </a:prstGeom>
          <a:solidFill>
            <a:srgbClr val="F27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8" name="Rectangle 347"/>
          <p:cNvSpPr/>
          <p:nvPr/>
        </p:nvSpPr>
        <p:spPr>
          <a:xfrm>
            <a:off x="2124000" y="617400"/>
            <a:ext cx="57600" cy="26460"/>
          </a:xfrm>
          <a:prstGeom prst="rect">
            <a:avLst/>
          </a:prstGeom>
          <a:solidFill>
            <a:srgbClr val="F17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49" name="Rectangle 348"/>
          <p:cNvSpPr/>
          <p:nvPr/>
        </p:nvSpPr>
        <p:spPr>
          <a:xfrm>
            <a:off x="2124000" y="593100"/>
            <a:ext cx="57600" cy="26460"/>
          </a:xfrm>
          <a:prstGeom prst="rect">
            <a:avLst/>
          </a:prstGeom>
          <a:solidFill>
            <a:srgbClr val="EF6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0" name="Rectangle 349"/>
          <p:cNvSpPr/>
          <p:nvPr/>
        </p:nvSpPr>
        <p:spPr>
          <a:xfrm>
            <a:off x="2124000" y="568800"/>
            <a:ext cx="57600" cy="26460"/>
          </a:xfrm>
          <a:prstGeom prst="rect">
            <a:avLst/>
          </a:prstGeom>
          <a:solidFill>
            <a:srgbClr val="E967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1" name="Rectangle 350"/>
          <p:cNvSpPr/>
          <p:nvPr/>
        </p:nvSpPr>
        <p:spPr>
          <a:xfrm>
            <a:off x="2124000" y="544499"/>
            <a:ext cx="57600" cy="26460"/>
          </a:xfrm>
          <a:prstGeom prst="rect">
            <a:avLst/>
          </a:prstGeom>
          <a:solidFill>
            <a:srgbClr val="E26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2" name="Rectangle 351"/>
          <p:cNvSpPr/>
          <p:nvPr/>
        </p:nvSpPr>
        <p:spPr>
          <a:xfrm>
            <a:off x="2124000" y="520200"/>
            <a:ext cx="57600" cy="26460"/>
          </a:xfrm>
          <a:prstGeom prst="rect">
            <a:avLst/>
          </a:prstGeom>
          <a:solidFill>
            <a:srgbClr val="DC5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3" name="Rectangle 352"/>
          <p:cNvSpPr/>
          <p:nvPr/>
        </p:nvSpPr>
        <p:spPr>
          <a:xfrm>
            <a:off x="2124000" y="495900"/>
            <a:ext cx="57600" cy="26460"/>
          </a:xfrm>
          <a:prstGeom prst="rect">
            <a:avLst/>
          </a:prstGeom>
          <a:solidFill>
            <a:srgbClr val="D65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4" name="Rectangle 353"/>
          <p:cNvSpPr/>
          <p:nvPr/>
        </p:nvSpPr>
        <p:spPr>
          <a:xfrm>
            <a:off x="2124000" y="471599"/>
            <a:ext cx="57600" cy="26460"/>
          </a:xfrm>
          <a:prstGeom prst="rect">
            <a:avLst/>
          </a:prstGeom>
          <a:solidFill>
            <a:srgbClr val="D05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5" name="Rectangle 354"/>
          <p:cNvSpPr/>
          <p:nvPr/>
        </p:nvSpPr>
        <p:spPr>
          <a:xfrm>
            <a:off x="2124000" y="447299"/>
            <a:ext cx="57600" cy="26460"/>
          </a:xfrm>
          <a:prstGeom prst="rect">
            <a:avLst/>
          </a:prstGeom>
          <a:solidFill>
            <a:srgbClr val="CA4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6" name="Rectangle 355"/>
          <p:cNvSpPr/>
          <p:nvPr/>
        </p:nvSpPr>
        <p:spPr>
          <a:xfrm>
            <a:off x="2124000" y="423000"/>
            <a:ext cx="57600" cy="26460"/>
          </a:xfrm>
          <a:prstGeom prst="rect">
            <a:avLst/>
          </a:prstGeom>
          <a:solidFill>
            <a:srgbClr val="C44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7" name="Rectangle 356"/>
          <p:cNvSpPr/>
          <p:nvPr/>
        </p:nvSpPr>
        <p:spPr>
          <a:xfrm>
            <a:off x="2124000" y="398700"/>
            <a:ext cx="57600" cy="26460"/>
          </a:xfrm>
          <a:prstGeom prst="rect">
            <a:avLst/>
          </a:prstGeom>
          <a:solidFill>
            <a:srgbClr val="BE4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8" name="Rectangle 357"/>
          <p:cNvSpPr/>
          <p:nvPr/>
        </p:nvSpPr>
        <p:spPr>
          <a:xfrm>
            <a:off x="2124000" y="374400"/>
            <a:ext cx="57600" cy="26460"/>
          </a:xfrm>
          <a:prstGeom prst="rect">
            <a:avLst/>
          </a:prstGeom>
          <a:solidFill>
            <a:srgbClr val="B93C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59" name="Rectangle 358"/>
          <p:cNvSpPr/>
          <p:nvPr/>
        </p:nvSpPr>
        <p:spPr>
          <a:xfrm>
            <a:off x="2124000" y="350099"/>
            <a:ext cx="57600" cy="26460"/>
          </a:xfrm>
          <a:prstGeom prst="rect">
            <a:avLst/>
          </a:prstGeom>
          <a:solidFill>
            <a:srgbClr val="B33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0" name="Rectangle 359"/>
          <p:cNvSpPr/>
          <p:nvPr/>
        </p:nvSpPr>
        <p:spPr>
          <a:xfrm>
            <a:off x="2124000" y="325799"/>
            <a:ext cx="57600" cy="26460"/>
          </a:xfrm>
          <a:prstGeom prst="rect">
            <a:avLst/>
          </a:prstGeom>
          <a:solidFill>
            <a:srgbClr val="AD3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1" name="Rectangle 360"/>
          <p:cNvSpPr/>
          <p:nvPr/>
        </p:nvSpPr>
        <p:spPr>
          <a:xfrm>
            <a:off x="2124000" y="301499"/>
            <a:ext cx="57600" cy="26460"/>
          </a:xfrm>
          <a:prstGeom prst="rect">
            <a:avLst/>
          </a:prstGeom>
          <a:solidFill>
            <a:srgbClr val="A72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2" name="Rectangle 361"/>
          <p:cNvSpPr/>
          <p:nvPr/>
        </p:nvSpPr>
        <p:spPr>
          <a:xfrm>
            <a:off x="2124000" y="277200"/>
            <a:ext cx="57600" cy="26460"/>
          </a:xfrm>
          <a:prstGeom prst="rect">
            <a:avLst/>
          </a:prstGeom>
          <a:solidFill>
            <a:srgbClr val="A22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3" name="Rectangle 362"/>
          <p:cNvSpPr/>
          <p:nvPr/>
        </p:nvSpPr>
        <p:spPr>
          <a:xfrm>
            <a:off x="2124000" y="252900"/>
            <a:ext cx="57600" cy="26460"/>
          </a:xfrm>
          <a:prstGeom prst="rect">
            <a:avLst/>
          </a:prstGeom>
          <a:solidFill>
            <a:srgbClr val="9C2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4" name="Rectangle 363"/>
          <p:cNvSpPr/>
          <p:nvPr/>
        </p:nvSpPr>
        <p:spPr>
          <a:xfrm>
            <a:off x="2124000" y="228599"/>
            <a:ext cx="57600" cy="26460"/>
          </a:xfrm>
          <a:prstGeom prst="rect">
            <a:avLst/>
          </a:prstGeom>
          <a:solidFill>
            <a:srgbClr val="971E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5" name="Rectangle 364"/>
          <p:cNvSpPr/>
          <p:nvPr/>
        </p:nvSpPr>
        <p:spPr>
          <a:xfrm>
            <a:off x="2124000" y="204300"/>
            <a:ext cx="57600" cy="26460"/>
          </a:xfrm>
          <a:prstGeom prst="rect">
            <a:avLst/>
          </a:prstGeom>
          <a:solidFill>
            <a:srgbClr val="911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6" name="Rectangle 365"/>
          <p:cNvSpPr/>
          <p:nvPr/>
        </p:nvSpPr>
        <p:spPr>
          <a:xfrm>
            <a:off x="2124000" y="180000"/>
            <a:ext cx="57600" cy="26460"/>
          </a:xfrm>
          <a:prstGeom prst="rect">
            <a:avLst/>
          </a:prstGeom>
          <a:solidFill>
            <a:srgbClr val="8C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2196000" y="162000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≥4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2196000" y="1094399"/>
            <a:ext cx="216000" cy="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0</a:t>
            </a:r>
          </a:p>
        </p:txBody>
      </p:sp>
      <p:sp>
        <p:nvSpPr>
          <p:cNvPr id="369" name="TextBox 368"/>
          <p:cNvSpPr txBox="1"/>
          <p:nvPr/>
        </p:nvSpPr>
        <p:spPr>
          <a:xfrm rot="16200000">
            <a:off x="1864800" y="637199"/>
            <a:ext cx="791999" cy="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rel. error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2376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(b)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2556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Error by token class</a:t>
            </a:r>
          </a:p>
        </p:txBody>
      </p:sp>
      <p:cxnSp>
        <p:nvCxnSpPr>
          <p:cNvPr id="372" name="Connector 371"/>
          <p:cNvCxnSpPr/>
          <p:nvPr/>
        </p:nvCxnSpPr>
        <p:spPr>
          <a:xfrm>
            <a:off x="2754000" y="216000"/>
            <a:ext cx="0" cy="9360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2754000" y="1152000"/>
            <a:ext cx="737999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>
            <a:off x="2754000" y="1152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TextBox 374"/>
          <p:cNvSpPr txBox="1"/>
          <p:nvPr/>
        </p:nvSpPr>
        <p:spPr>
          <a:xfrm>
            <a:off x="2538000" y="1180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0.0</a:t>
            </a:r>
          </a:p>
        </p:txBody>
      </p:sp>
      <p:cxnSp>
        <p:nvCxnSpPr>
          <p:cNvPr id="376" name="Connector 375"/>
          <p:cNvCxnSpPr/>
          <p:nvPr/>
        </p:nvCxnSpPr>
        <p:spPr>
          <a:xfrm>
            <a:off x="3089454" y="1152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TextBox 376"/>
          <p:cNvSpPr txBox="1"/>
          <p:nvPr/>
        </p:nvSpPr>
        <p:spPr>
          <a:xfrm>
            <a:off x="2873454" y="1180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0.5</a:t>
            </a:r>
          </a:p>
        </p:txBody>
      </p:sp>
      <p:cxnSp>
        <p:nvCxnSpPr>
          <p:cNvPr id="378" name="Connector 377"/>
          <p:cNvCxnSpPr/>
          <p:nvPr/>
        </p:nvCxnSpPr>
        <p:spPr>
          <a:xfrm>
            <a:off x="3424909" y="1152000"/>
            <a:ext cx="0" cy="252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TextBox 378"/>
          <p:cNvSpPr txBox="1"/>
          <p:nvPr/>
        </p:nvSpPr>
        <p:spPr>
          <a:xfrm>
            <a:off x="3208909" y="11808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1.0</a:t>
            </a:r>
          </a:p>
        </p:txBody>
      </p:sp>
      <p:cxnSp>
        <p:nvCxnSpPr>
          <p:cNvPr id="380" name="Connector 379"/>
          <p:cNvCxnSpPr/>
          <p:nvPr/>
        </p:nvCxnSpPr>
        <p:spPr>
          <a:xfrm>
            <a:off x="3089454" y="216000"/>
            <a:ext cx="0" cy="9360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3424909" y="216000"/>
            <a:ext cx="0" cy="93600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TextBox 381"/>
          <p:cNvSpPr txBox="1"/>
          <p:nvPr/>
        </p:nvSpPr>
        <p:spPr>
          <a:xfrm>
            <a:off x="2754000" y="1274400"/>
            <a:ext cx="7379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relative error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2754000" y="249696"/>
            <a:ext cx="54544" cy="119808"/>
          </a:xfrm>
          <a:prstGeom prst="rect">
            <a:avLst/>
          </a:prstGeom>
          <a:solidFill>
            <a:srgbClr val="D23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2830144" y="270000"/>
            <a:ext cx="18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92C21"/>
                </a:solidFill>
                <a:latin typeface="Arial"/>
              </a:rPr>
              <a:t>0.08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2376000" y="270000"/>
            <a:ext cx="36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A92C21"/>
                </a:solidFill>
                <a:latin typeface="Arial"/>
              </a:rPr>
              <a:t>BOS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2754000" y="436895"/>
            <a:ext cx="650178" cy="119808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3425778" y="457199"/>
            <a:ext cx="18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0.97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2376000" y="457199"/>
            <a:ext cx="36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A86208"/>
                </a:solidFill>
                <a:latin typeface="Arial"/>
              </a:rPr>
              <a:t>template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2754000" y="624095"/>
            <a:ext cx="530890" cy="119808"/>
          </a:xfrm>
          <a:prstGeom prst="rect">
            <a:avLst/>
          </a:prstGeom>
          <a:solidFill>
            <a:srgbClr val="E88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3306490" y="644399"/>
            <a:ext cx="18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0.79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2376000" y="644399"/>
            <a:ext cx="36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A86208"/>
                </a:solidFill>
                <a:latin typeface="Arial"/>
              </a:rPr>
              <a:t>newline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2754000" y="811296"/>
            <a:ext cx="372690" cy="119808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3148290" y="831600"/>
            <a:ext cx="18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6B6B6B"/>
                </a:solidFill>
                <a:latin typeface="Arial"/>
              </a:rPr>
              <a:t>0.56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2376000" y="831600"/>
            <a:ext cx="36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user text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2754000" y="998496"/>
            <a:ext cx="225895" cy="119808"/>
          </a:xfrm>
          <a:prstGeom prst="rect">
            <a:avLst/>
          </a:prstGeom>
          <a:solidFill>
            <a:srgbClr val="3B7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3001495" y="1018800"/>
            <a:ext cx="18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24588C"/>
                </a:solidFill>
                <a:latin typeface="Arial"/>
              </a:rPr>
              <a:t>0.34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2376000" y="1018800"/>
            <a:ext cx="360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24588C"/>
                </a:solidFill>
                <a:latin typeface="Arial"/>
              </a:rPr>
              <a:t>response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3726000" y="21600"/>
            <a:ext cx="18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(c)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3906000" y="21600"/>
            <a:ext cx="2160000" cy="1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262626"/>
                </a:solidFill>
                <a:latin typeface="Arial"/>
              </a:rPr>
              <a:t>Error by readout quintile</a:t>
            </a:r>
          </a:p>
        </p:txBody>
      </p:sp>
      <p:cxnSp>
        <p:nvCxnSpPr>
          <p:cNvPr id="400" name="Connector 399"/>
          <p:cNvCxnSpPr/>
          <p:nvPr/>
        </p:nvCxnSpPr>
        <p:spPr>
          <a:xfrm>
            <a:off x="3949199" y="198000"/>
            <a:ext cx="0" cy="108000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3949199" y="1278000"/>
            <a:ext cx="8568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4805999" y="198000"/>
            <a:ext cx="0" cy="1080000"/>
          </a:xfrm>
          <a:prstGeom prst="line">
            <a:avLst/>
          </a:prstGeom>
          <a:ln w="762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3923999" y="127800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>
            <a:off x="3949199" y="1278000"/>
            <a:ext cx="8568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TextBox 404"/>
          <p:cNvSpPr txBox="1"/>
          <p:nvPr/>
        </p:nvSpPr>
        <p:spPr>
          <a:xfrm>
            <a:off x="3488400" y="123840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0.3</a:t>
            </a:r>
          </a:p>
        </p:txBody>
      </p:sp>
      <p:cxnSp>
        <p:nvCxnSpPr>
          <p:cNvPr id="406" name="Connector 405"/>
          <p:cNvCxnSpPr/>
          <p:nvPr/>
        </p:nvCxnSpPr>
        <p:spPr>
          <a:xfrm>
            <a:off x="3923999" y="1038403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>
            <a:off x="3949199" y="1038403"/>
            <a:ext cx="8568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TextBox 407"/>
          <p:cNvSpPr txBox="1"/>
          <p:nvPr/>
        </p:nvSpPr>
        <p:spPr>
          <a:xfrm>
            <a:off x="3488400" y="998803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0.5</a:t>
            </a:r>
          </a:p>
        </p:txBody>
      </p:sp>
      <p:cxnSp>
        <p:nvCxnSpPr>
          <p:cNvPr id="409" name="Connector 408"/>
          <p:cNvCxnSpPr/>
          <p:nvPr/>
        </p:nvCxnSpPr>
        <p:spPr>
          <a:xfrm>
            <a:off x="3923999" y="713290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3949199" y="713290"/>
            <a:ext cx="8568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" name="TextBox 410"/>
          <p:cNvSpPr txBox="1"/>
          <p:nvPr/>
        </p:nvSpPr>
        <p:spPr>
          <a:xfrm>
            <a:off x="3488400" y="673690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1</a:t>
            </a:r>
          </a:p>
        </p:txBody>
      </p:sp>
      <p:cxnSp>
        <p:nvCxnSpPr>
          <p:cNvPr id="412" name="Connector 411"/>
          <p:cNvCxnSpPr/>
          <p:nvPr/>
        </p:nvCxnSpPr>
        <p:spPr>
          <a:xfrm>
            <a:off x="3923999" y="388178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3949199" y="388178"/>
            <a:ext cx="8568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TextBox 413"/>
          <p:cNvSpPr txBox="1"/>
          <p:nvPr/>
        </p:nvSpPr>
        <p:spPr>
          <a:xfrm>
            <a:off x="3488400" y="348578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2</a:t>
            </a:r>
          </a:p>
        </p:txBody>
      </p:sp>
      <p:cxnSp>
        <p:nvCxnSpPr>
          <p:cNvPr id="415" name="Connector 414"/>
          <p:cNvCxnSpPr/>
          <p:nvPr/>
        </p:nvCxnSpPr>
        <p:spPr>
          <a:xfrm>
            <a:off x="3923999" y="197999"/>
            <a:ext cx="25200" cy="0"/>
          </a:xfrm>
          <a:prstGeom prst="line">
            <a:avLst/>
          </a:prstGeom>
          <a:ln w="63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3949199" y="197999"/>
            <a:ext cx="856800" cy="0"/>
          </a:xfrm>
          <a:prstGeom prst="line">
            <a:avLst/>
          </a:prstGeom>
          <a:ln w="5080">
            <a:solidFill>
              <a:srgbClr val="E3E3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TextBox 416"/>
          <p:cNvSpPr txBox="1"/>
          <p:nvPr/>
        </p:nvSpPr>
        <p:spPr>
          <a:xfrm>
            <a:off x="3488400" y="158399"/>
            <a:ext cx="43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0" i="0">
                <a:solidFill>
                  <a:srgbClr val="6B6B6B"/>
                </a:solidFill>
                <a:latin typeface="Arial"/>
              </a:rPr>
              <a:t>3</a:t>
            </a:r>
          </a:p>
        </p:txBody>
      </p:sp>
      <p:cxnSp>
        <p:nvCxnSpPr>
          <p:cNvPr id="418" name="Connector 417"/>
          <p:cNvCxnSpPr/>
          <p:nvPr/>
        </p:nvCxnSpPr>
        <p:spPr>
          <a:xfrm>
            <a:off x="4805999" y="1278000"/>
            <a:ext cx="25200" cy="0"/>
          </a:xfrm>
          <a:prstGeom prst="line">
            <a:avLst/>
          </a:prstGeom>
          <a:ln w="635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TextBox 418"/>
          <p:cNvSpPr txBox="1"/>
          <p:nvPr/>
        </p:nvSpPr>
        <p:spPr>
          <a:xfrm>
            <a:off x="4841999" y="1238400"/>
            <a:ext cx="16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0.0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4805999" y="917999"/>
            <a:ext cx="25200" cy="0"/>
          </a:xfrm>
          <a:prstGeom prst="line">
            <a:avLst/>
          </a:prstGeom>
          <a:ln w="635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4841999" y="878400"/>
            <a:ext cx="16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0.2</a:t>
            </a:r>
          </a:p>
        </p:txBody>
      </p:sp>
      <p:cxnSp>
        <p:nvCxnSpPr>
          <p:cNvPr id="422" name="Connector 421"/>
          <p:cNvCxnSpPr/>
          <p:nvPr/>
        </p:nvCxnSpPr>
        <p:spPr>
          <a:xfrm>
            <a:off x="4805999" y="557999"/>
            <a:ext cx="25200" cy="0"/>
          </a:xfrm>
          <a:prstGeom prst="line">
            <a:avLst/>
          </a:prstGeom>
          <a:ln w="635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TextBox 422"/>
          <p:cNvSpPr txBox="1"/>
          <p:nvPr/>
        </p:nvSpPr>
        <p:spPr>
          <a:xfrm>
            <a:off x="4841999" y="518399"/>
            <a:ext cx="16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0.4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4805999" y="197999"/>
            <a:ext cx="25200" cy="0"/>
          </a:xfrm>
          <a:prstGeom prst="line">
            <a:avLst/>
          </a:prstGeom>
          <a:ln w="635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4841999" y="158399"/>
            <a:ext cx="162000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A86208"/>
                </a:solidFill>
                <a:latin typeface="Arial"/>
              </a:rPr>
              <a:t>0.6</a:t>
            </a:r>
          </a:p>
        </p:txBody>
      </p:sp>
      <p:sp>
        <p:nvSpPr>
          <p:cNvPr id="426" name="Rectangle 425"/>
          <p:cNvSpPr/>
          <p:nvPr/>
        </p:nvSpPr>
        <p:spPr>
          <a:xfrm>
            <a:off x="3980044" y="1089178"/>
            <a:ext cx="109670" cy="188821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3949199" y="1299600"/>
            <a:ext cx="1713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Q1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4151404" y="1105126"/>
            <a:ext cx="109670" cy="172873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4120560" y="1299600"/>
            <a:ext cx="1713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Q2</a:t>
            </a:r>
          </a:p>
        </p:txBody>
      </p:sp>
      <p:sp>
        <p:nvSpPr>
          <p:cNvPr id="430" name="Rectangle 429"/>
          <p:cNvSpPr/>
          <p:nvPr/>
        </p:nvSpPr>
        <p:spPr>
          <a:xfrm>
            <a:off x="4322764" y="1072038"/>
            <a:ext cx="109670" cy="205961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4291920" y="1299600"/>
            <a:ext cx="1713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Q3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4494124" y="951950"/>
            <a:ext cx="109670" cy="326049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4463279" y="1299600"/>
            <a:ext cx="1713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Q4</a:t>
            </a:r>
          </a:p>
        </p:txBody>
      </p:sp>
      <p:sp>
        <p:nvSpPr>
          <p:cNvPr id="434" name="Rectangle 433"/>
          <p:cNvSpPr/>
          <p:nvPr/>
        </p:nvSpPr>
        <p:spPr>
          <a:xfrm>
            <a:off x="4665484" y="333100"/>
            <a:ext cx="109670" cy="944899"/>
          </a:xfrm>
          <a:prstGeom prst="rect">
            <a:avLst/>
          </a:prstGeom>
          <a:solidFill>
            <a:srgbClr val="A0A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4634640" y="1299600"/>
            <a:ext cx="171359" cy="7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6B6B6B"/>
                </a:solidFill>
                <a:latin typeface="Arial"/>
              </a:rPr>
              <a:t>Q5</a:t>
            </a:r>
          </a:p>
        </p:txBody>
      </p:sp>
      <p:cxnSp>
        <p:nvCxnSpPr>
          <p:cNvPr id="436" name="Connector 435"/>
          <p:cNvCxnSpPr/>
          <p:nvPr/>
        </p:nvCxnSpPr>
        <p:spPr>
          <a:xfrm flipV="1">
            <a:off x="4034879" y="1242000"/>
            <a:ext cx="171361" cy="18000"/>
          </a:xfrm>
          <a:prstGeom prst="line">
            <a:avLst/>
          </a:prstGeom>
          <a:ln w="1397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V="1">
            <a:off x="4206240" y="1115999"/>
            <a:ext cx="171359" cy="126001"/>
          </a:xfrm>
          <a:prstGeom prst="line">
            <a:avLst/>
          </a:prstGeom>
          <a:ln w="1397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4377599" y="665999"/>
            <a:ext cx="171360" cy="450000"/>
          </a:xfrm>
          <a:prstGeom prst="line">
            <a:avLst/>
          </a:prstGeom>
          <a:ln w="1397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4548959" y="305999"/>
            <a:ext cx="171360" cy="360000"/>
          </a:xfrm>
          <a:prstGeom prst="line">
            <a:avLst/>
          </a:prstGeom>
          <a:ln w="13970">
            <a:solidFill>
              <a:srgbClr val="E88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Oval 439"/>
          <p:cNvSpPr/>
          <p:nvPr/>
        </p:nvSpPr>
        <p:spPr>
          <a:xfrm>
            <a:off x="4002479" y="1227600"/>
            <a:ext cx="64800" cy="64800"/>
          </a:xfrm>
          <a:prstGeom prst="ellipse">
            <a:avLst/>
          </a:prstGeom>
          <a:solidFill>
            <a:srgbClr val="E88E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1" name="Oval 440"/>
          <p:cNvSpPr/>
          <p:nvPr/>
        </p:nvSpPr>
        <p:spPr>
          <a:xfrm>
            <a:off x="4173840" y="1209600"/>
            <a:ext cx="64800" cy="64800"/>
          </a:xfrm>
          <a:prstGeom prst="ellipse">
            <a:avLst/>
          </a:prstGeom>
          <a:solidFill>
            <a:srgbClr val="E88E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2" name="Oval 441"/>
          <p:cNvSpPr/>
          <p:nvPr/>
        </p:nvSpPr>
        <p:spPr>
          <a:xfrm>
            <a:off x="4345199" y="1083600"/>
            <a:ext cx="64800" cy="64800"/>
          </a:xfrm>
          <a:prstGeom prst="ellipse">
            <a:avLst/>
          </a:prstGeom>
          <a:solidFill>
            <a:srgbClr val="E88E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3" name="Oval 442"/>
          <p:cNvSpPr/>
          <p:nvPr/>
        </p:nvSpPr>
        <p:spPr>
          <a:xfrm>
            <a:off x="4516559" y="633599"/>
            <a:ext cx="64800" cy="64800"/>
          </a:xfrm>
          <a:prstGeom prst="ellipse">
            <a:avLst/>
          </a:prstGeom>
          <a:solidFill>
            <a:srgbClr val="E88E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4" name="Oval 443"/>
          <p:cNvSpPr/>
          <p:nvPr/>
        </p:nvSpPr>
        <p:spPr>
          <a:xfrm>
            <a:off x="4687919" y="273599"/>
            <a:ext cx="64800" cy="64800"/>
          </a:xfrm>
          <a:prstGeom prst="ellipse">
            <a:avLst/>
          </a:prstGeom>
          <a:solidFill>
            <a:srgbClr val="E88E1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00" b="0" i="0">
                <a:solidFill>
                  <a:srgbClr val="262626"/>
                </a:solidFill>
                <a:latin typeface="Arial"/>
              </a:rPr>
              <a:t/>
            </a:r>
          </a:p>
        </p:txBody>
      </p:sp>
      <p:sp>
        <p:nvSpPr>
          <p:cNvPr id="445" name="TextBox 444"/>
          <p:cNvSpPr txBox="1"/>
          <p:nvPr/>
        </p:nvSpPr>
        <p:spPr>
          <a:xfrm rot="16200000">
            <a:off x="3232800" y="684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relative error (bars)</a:t>
            </a:r>
          </a:p>
        </p:txBody>
      </p:sp>
      <p:sp>
        <p:nvSpPr>
          <p:cNvPr id="446" name="TextBox 445"/>
          <p:cNvSpPr txBox="1"/>
          <p:nvPr/>
        </p:nvSpPr>
        <p:spPr>
          <a:xfrm rot="16200000">
            <a:off x="4438799" y="684000"/>
            <a:ext cx="1080000" cy="1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A86208"/>
                </a:solidFill>
                <a:latin typeface="Arial"/>
              </a:rPr>
              <a:t>share of template tokens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3949199" y="1400400"/>
            <a:ext cx="856799" cy="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262626"/>
                </a:solidFill>
                <a:latin typeface="Arial"/>
              </a:rPr>
              <a:t>readout quintile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