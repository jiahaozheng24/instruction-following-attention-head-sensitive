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12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12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12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— IFEval scores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Yi-1.5-9B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Xiao, Stengel-Eskin &amp; Bansal, arXiv:2504.07389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Invented a score for every weight's importance (|weight| × |gradient| × |compression error|), kept the top-scoring ~0.5% in full 16-bit, and compressed the rest to 2–3 bits — beating all previous low-bit methods on accuracy.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Yu, Wang, Shan, Reed &amp; Wan, arXiv:2411.07191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Discovered that every LLM contains a handful (1–6) of individual weights so critical that deleting a SINGLE one destroys the model; showed how to find them in one forward pass, and that keeping them (plus their activation spikes) precise makes even naive rounding competitive.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