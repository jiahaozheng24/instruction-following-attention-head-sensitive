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TaCQ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1e4</c:v>
                </c:pt>
                <c:pt idx="1">
                  <c:v>1e5</c:v>
                </c:pt>
                <c:pt idx="2">
                  <c:v>3e5</c:v>
                </c:pt>
                <c:pt idx="3">
                  <c:v>1e6</c:v>
                </c:pt>
                <c:pt idx="4">
                  <c:v>1e7</c:v>
                </c:pt>
                <c:pt idx="5">
                  <c:v>main (40–70M)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TaCQ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1e4</c:v>
                </c:pt>
                <c:pt idx="1">
                  <c:v>1e5</c:v>
                </c:pt>
                <c:pt idx="2">
                  <c:v>3e5</c:v>
                </c:pt>
                <c:pt idx="3">
                  <c:v>1e6</c:v>
                </c:pt>
                <c:pt idx="4">
                  <c:v>1e7</c:v>
                </c:pt>
                <c:pt idx="5">
                  <c:v>main (40–70M)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1e4</c:v>
                </c:pt>
                <c:pt idx="1">
                  <c:v>1e5</c:v>
                </c:pt>
                <c:pt idx="2">
                  <c:v>3e5</c:v>
                </c:pt>
                <c:pt idx="3">
                  <c:v>1e6</c:v>
                </c:pt>
                <c:pt idx="4">
                  <c:v>1e7</c:v>
                </c:pt>
                <c:pt idx="5">
                  <c:v>main (40–70M)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1e4</c:v>
                </c:pt>
                <c:pt idx="1">
                  <c:v>1e5</c:v>
                </c:pt>
                <c:pt idx="2">
                  <c:v>3e5</c:v>
                </c:pt>
                <c:pt idx="3">
                  <c:v>1e6</c:v>
                </c:pt>
                <c:pt idx="4">
                  <c:v>1e7</c:v>
                </c:pt>
                <c:pt idx="5">
                  <c:v>main (40–70M)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AE9141"/>
                </a:solidFill>
                <a:latin typeface="Georgia"/>
              </a:rPr>
              <a:t>Collapse and Rescue in Low-Bit Quantization of LLMs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Experiments frozen 09/02 — 14 waves, ~120 arms, 6 models, 5 eval suites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From ACL Reject to a Frozen Result Set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PROJECT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81328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Pivot: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after the ACL rejection we re-scoped from “IF attention heads” to a science question about protective quantization.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Scale: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W1–W14 experiment waves, ~120 quantization/eval arms, 6 models (7B–32B), all on our own in-loop masked-GPTQ pipeline.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Rigor pass done: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paired bootstrap CIs on every headline contrast, leakage check (0 calib/eval overlap), mechanism controls, two-seed replicates of every collapse.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Hard freeze 09/02: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cluster reserved only for rebuttal ammo (70B, AWQ arm).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4173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78308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AE9141"/>
                </a:solidFill>
                <a:latin typeface="Georgia"/>
              </a:rPr>
              <a:t>Sept 18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0C2340"/>
                </a:solidFill>
                <a:latin typeface="Georgia"/>
              </a:rPr>
              <a:t>ICLR 2027 abstract deadline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69748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AE9141"/>
                </a:solidFill>
                <a:latin typeface="Georgia"/>
              </a:rPr>
              <a:t>Sept 25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0C2340"/>
                </a:solidFill>
                <a:latin typeface="Georgia"/>
              </a:rPr>
              <a:t>ICLR 2027 full paper (AoE)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361188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AE9141"/>
                </a:solidFill>
                <a:latin typeface="Georgia"/>
              </a:rPr>
              <a:t>ACL 2027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0C2340"/>
                </a:solidFill>
                <a:latin typeface="Georgia"/>
              </a:rPr>
              <a:t>fallback via ARR (~Feb), with ICLR reviews in hand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The Untested Assumption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81328"/>
            <a:ext cx="42062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The literature's implicit chain: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identify important weights</a:t>
            </a:r>
          </a:p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↓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protect them during quantization</a:t>
            </a:r>
          </a:p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↓</a:t>
            </a:r>
          </a:p>
          <a:p>
            <a:pPr algn="ctr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capabilities preserved</a:t>
            </a:r>
          </a:p>
          <a:p>
            <a:pPr algn="l"/>
            <a:r>
              <a:rPr sz="1250" b="0" i="1">
                <a:solidFill>
                  <a:srgbClr val="5A5A5A"/>
                </a:solidFill>
                <a:latin typeface="Georgia"/>
              </a:rPr>
              <a:t>TaCQ, SpQR, OWQ, Super Weights … all assume every link. No one has tested when the chain actually holds.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OUR ANSWER IN FOUR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783080"/>
            <a:ext cx="384048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Regimes: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3-bit PTQ is bimodal — graceful (−6–9 pts) or collapse (−41–62 pts); non-monotonic in scale.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Mechanism: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collapse = GPTQ error compensation interacting with a small, fp16-lethal critical set.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Rescue: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targeted in-loop protection is the best intervention in collapse — and statistically zero in graceful.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Localization ≠ protection: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causal IF circuits never guide protection; PPL/MMLU can miss a collapse entirely.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EXPERIMENTAL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Setup: One Pipeline, Every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MODELS &amp; QUANTIZATION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828800"/>
            <a:ext cx="26974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Qwen2.5 7B / 14B / 32B, Llama-3.1-8B, Mistral 7B / 24B (Instruct)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GPTQ 3-bit, g128, sym, desc_act; c4 calibration (128×2048)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Own masked-GPTQ (v2): protection held out inside the column loop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Controls: RTN, QuaRot-style R1 rotation (fp64-verified), 2/4/8-bit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48132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PROTECTION ARMS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26974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TaCQ criterion |W|·|∇L|·|ΔW| (adopted, credited)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Budgets 1e4 → 40–70M (≈0.55% of params)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Controls: random weights, attention heads, super weights only, whole columns, c4-conditioned mask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Fake-quant checkpoints → identical eval harness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26974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IFEval (541, strict+loose × prompt+inst = avg4)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Multi-IF (3-turn), GSM8K (1319), MMLU 5-shot, WikiText-2 PPL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Paired prompt-level bootstrap for every contrast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Calib/eval leakage: 0 overlap (verified)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Two Regimes of 3-bit Quantization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REGIMES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81328"/>
          <a:ext cx="5486400" cy="20848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7360"/>
                <a:gridCol w="868680"/>
                <a:gridCol w="868680"/>
                <a:gridCol w="960120"/>
                <a:gridCol w="10515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GPTQ-3bit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fp16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Δ (pts)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Regime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−9.4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−8.5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−61.9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−40.9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−6.0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−7.6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63640" y="1481328"/>
            <a:ext cx="25146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Georgia"/>
              </a:rPr>
              <a:t>IFEval avg4, full 541 prompts.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Collapse replicated: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two pipelines (Llama), two calib seeds (14B: 0.41 / 0.51).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Non-monotonic in scale: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Qwen 7B graceful → 14B collapse → 32B graceful, same family and training recipe.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No existing quantization scaling law predicts this reversal.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Collapse Anatomy: What Rescues, What Doesn't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— RESCUE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63040"/>
          <a:ext cx="6675120" cy="247345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68880"/>
                <a:gridCol w="2103120"/>
                <a:gridCol w="21031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Intervention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 (fp16 .768)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 (fp16 .820)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Unprotected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TaCQ-criterion protection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0.643  (+49.3, p&lt;1e-4)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0.782  (+37.0, p&lt;1e-4)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random weights (same budget)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attention heads / super weights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0.165 / 0.163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RTN (no compensation)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Column-structured (OWQ-style)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0.227  (fails)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160520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Criterion-specific, capability-general: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rescue replicates on GSM8K (0.001→0.62 on Llama; 0.13→0.89 = 97% of fp16 on 14B) and Multi-IF (0.09→0.59).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— BUDGET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Critical-Set Size Is Model-Dependent — and Under-Protection Hurts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481328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5040" y="1481328"/>
            <a:ext cx="27432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Phase transitions: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(1e4, 1e5] on Llama-8B; (1e5, 3e5] on Qwen-14B. The critical set grows with model size — no universal constant.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Under-budget protection hurts: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14B @ 1e5 scores 0.216 / 0.204 (two seeds) — below the unprotected 0.412.</a:t>
            </a:r>
          </a:p>
          <a:p>
            <a:pPr algn="l"/>
            <a:r>
              <a:rPr sz="1150" b="0" i="1">
                <a:solidFill>
                  <a:srgbClr val="5A5A5A"/>
                </a:solidFill>
                <a:latin typeface="Georgia"/>
              </a:rPr>
              <a:t>Only an in-loop interaction with compensation explains a protection arm landing below baseline.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GPTQ's Compensation Is a Double-Edged Sword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 — MECHANISM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81328"/>
          <a:ext cx="4663440" cy="1499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777240"/>
                <a:gridCol w="777240"/>
                <a:gridCol w="15087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Compensation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(graceful)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+17.2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(graceful)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+4.8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−41.5  kills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−28.6  kills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40680" y="1481328"/>
            <a:ext cx="3337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50" b="1" i="0">
                <a:solidFill>
                  <a:srgbClr val="0C2340"/>
                </a:solidFill>
                <a:latin typeface="Georgia"/>
              </a:rPr>
              <a:t>Post-hoc repair fails: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restoring the same critical 1e5 on the collapsed checkpoint gives 0.162 (in-loop: 0.671). Damage lives in the REST of the network — propagated by compensation.</a:t>
            </a:r>
          </a:p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50" b="1" i="0">
                <a:solidFill>
                  <a:srgbClr val="0C2340"/>
                </a:solidFill>
                <a:latin typeface="Georgia"/>
              </a:rPr>
              <a:t>fp16-lethal &amp; specific: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zeroing the critical set at fp16 → 0.188; zeroing a random 1e5 → 0.776 (harmless).</a:t>
            </a:r>
          </a:p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150" b="1" i="0">
                <a:solidFill>
                  <a:srgbClr val="0C2340"/>
                </a:solidFill>
                <a:latin typeface="Georgia"/>
              </a:rPr>
              <a:t>Not ordering, not magnitude: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no-desc_act still collapses (0.156); critical weights move equally under RTN.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Rotation Moves the Regime — but Loses to Targeted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— ROTATION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81328"/>
          <a:ext cx="5852160" cy="1499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7440"/>
                <a:gridCol w="146304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Arm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Rotated fp16 (sanity)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0.785 ≈ fp16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Rotation + GPTQ, no protection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TaCQ protection, no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Best lever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tie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protection, +11.7 (p&lt;1e-4)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Reading: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QuaRot-style R1 rotation (fused offline, function-preserving, verified to machine precision) eliminates the collapse — the regime is a lever, exactly as our model×quantizer-interaction law predicts.</a:t>
            </a:r>
          </a:p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But at 14B rotation leaves 12 points on the table vs. targeted protection — the “just use QuaRot” rebuttal is answered by our own data.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In the Graceful Regime, No Protection Helps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 — GRACEFUL REGIME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81328"/>
          <a:ext cx="6035040" cy="17922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68880"/>
                <a:gridCol w="914400"/>
                <a:gridCol w="15544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Contrast (protection − none)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Δ avg4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CI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+ TaCQ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+3.0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[−0.4, +6.4]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0.085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+ TaCQ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+3.3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[−0.0, +6.6]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0.056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Rotated Llama-8B + TaCQ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+2.7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[−0.9, +6.3]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0.128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 4-bit + TaCQ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[−2.2, +3.8]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0.614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+ causal IF heads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[−2.7, +3.2]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70332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Every CI crosses zero — in 4 graceful instances selective protection buys nothing significant; random protection even “wins” one arm (noise).</a:t>
            </a:r>
          </a:p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Localization ≠ protection: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causally-identified IF heads (8× ablation selectivity) never guide protection in any regime — the quantization analogue of Hase et 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PPL and MMLU Can Miss a Collapse Entirely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 — EVALUATION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81328"/>
          <a:ext cx="5943600" cy="1499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371600"/>
                <a:gridCol w="137160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 collapse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 collapse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Graceful band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PPL ratio (quant / fp16)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8.2×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1.35×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1.17–1.33×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MMLU Δ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−12.2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−6.4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−4 to −8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IFEval Δ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−61.9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−40.9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−6 to −9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GSM8K Δ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−84.2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−79.7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≈−12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611880"/>
            <a:ext cx="83210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Forensics (raw responses, both seeds):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69% of 14B outputs are repetition loops (fp16: 0.7%); 0/1149 wrong GSM8K answers were extraction errors. Teacher-forced metrics structurally cannot see an autoregressive failure.</a:t>
            </a:r>
          </a:p>
          <a:p>
            <a:pPr algn="l"/>
            <a:r>
              <a:rPr sz="1200" b="1" i="0">
                <a:solidFill>
                  <a:srgbClr val="AE9141"/>
                </a:solidFill>
                <a:latin typeface="Georgia"/>
              </a:rPr>
              <a:t>A quantized model can pass PPL + MMLU while losing ~80% of its generative capability. Detection needs a tiny generative probe — repetition rate and length-capping are free detectors.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No fp16 Statistic Predicts the Regime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 — PREDICTION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81328"/>
          <a:ext cx="6309360" cy="20848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1325880"/>
                <a:gridCol w="1417320"/>
                <a:gridCol w="132588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Max act.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Outlier ch. (&gt;50)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Sal. conc. @1e5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Regime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graceful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Collapse {324, 10880} and graceful {212, 244, 11584, 19072} interleave completely — across families AND within one family. The folk “outlier” theory of quantization fragility does not predict who collapses. Detection is cheap; prediction is our stated open problem.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500" b="1">
                <a:solidFill>
                  <a:srgbClr val="0C2340"/>
                </a:solidFill>
                <a:latin typeface="Georgia"/>
              </a:rPr>
              <a:t>What Is Ours vs. TaCQ and Super Weights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POSITIONING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81328"/>
            <a:ext cx="40690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AE9141"/>
                </a:solidFill>
                <a:latin typeface="Georgia"/>
              </a:rPr>
              <a:t>TaCQ (UNC, 2025) — method paper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Theirs: the saliency criterion; “protection preserves accuracy at 2–3 bits.” We adopt &amp; credit it as our instrument.</a:t>
            </a:r>
          </a:p>
          <a:p>
            <a:pPr algn="l">
              <a:spcAft>
                <a:spcPts val="10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Ours: when it works (collapse only), why (compensation interaction), where it fails (graceful = zero; under-budget harms), and that neither “task” nor “circuit” is why it works.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AE9141"/>
                </a:solidFill>
                <a:latin typeface="Georgia"/>
              </a:rPr>
              <a:t>Super Weights (ND + Apple, 2024)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Theirs: 1–6 scalar weights are fp16-lethal; protecting them fixes RTN quantization. We cite as the lineage of “lethal small sets.”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Ours: the GPTQ-collapse set is ~1e5–1e6 and SW-only protection fails (0.163); their spike statistic anti-predicts regimes.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481328"/>
            <a:ext cx="3977639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AE9141"/>
                </a:solidFill>
                <a:latin typeface="Georgia"/>
              </a:rPr>
              <a:t>Paper genre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Empirical-science / analysis paper with a deployable corollary — the LLM-KICK (ICLR’24) &amp; precision-scaling-laws lane, not a SOTA-method paper.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AE9141"/>
                </a:solidFill>
                <a:latin typeface="Georgia"/>
              </a:rPr>
              <a:t>Red lines in writing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“Protection helps at low bits” is TaCQ territory — our rescue numbers always appear as “consistent with TaCQ.”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All four contribution claims are questions no neighbor paper asks; verified against TaCQ / SW / OWQ / SpQR / rotation line / LLM-KICK / scaling-law line.</a:t>
            </a:r>
          </a:p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One open reconciliation: TaCQ reports 2-bit wins; our 2-bit is terminal under matched budgets — protocol re-read scheduled before the camera-ready claim.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321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C2340"/>
                </a:solidFill>
                <a:latin typeface="Georgia"/>
              </a:rPr>
              <a:t>Three Weeks to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E9141"/>
                </a:solidFill>
                <a:latin typeface="Georgia"/>
              </a:rPr>
              <a:t>By Sept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60320"/>
            <a:ext cx="2377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Two main figures (intervention matrix, budget curves)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Full draft: intro, mechanism, graceful nulls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Related-work matrix per the red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488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E9141"/>
                </a:solidFill>
                <a:latin typeface="Georgia"/>
              </a:rPr>
              <a:t>Sept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560320"/>
            <a:ext cx="2377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Abstract + title locked (AoE)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Internal read: advisor pass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Claims audit vs. RESULTS.md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21488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E9141"/>
                </a:solidFill>
                <a:latin typeface="Georgia"/>
              </a:rPr>
              <a:t>Sept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560320"/>
            <a:ext cx="2377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Full paper submitted (AoE)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Rebuttal ammo staged: 70B, AWQ arm, TaCQ 2-bit reconciliation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050" b="0" i="0">
                <a:solidFill>
                  <a:srgbClr val="0C2340"/>
                </a:solidFill>
                <a:latin typeface="Georgia"/>
              </a:rPr>
              <a:t>If rejected → ARR Feb → ACL 2027 with reviews in hand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 Need From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FFFFFF"/>
                </a:solidFill>
                <a:latin typeface="Georgia"/>
              </a:rPr>
              <a:t>Framing: </a:t>
            </a:r>
            <a:r>
              <a:rPr sz="1350" b="0" i="0">
                <a:solidFill>
                  <a:srgbClr val="FFFFFF"/>
                </a:solidFill>
                <a:latin typeface="Georgia"/>
              </a:rPr>
              <a:t>comfortable selling this as an analysis paper (“when/why”), with the method framing as corollary?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FFFFFF"/>
                </a:solidFill>
                <a:latin typeface="Georgia"/>
              </a:rPr>
              <a:t>Venue: </a:t>
            </a:r>
            <a:r>
              <a:rPr sz="1350" b="0" i="0">
                <a:solidFill>
                  <a:srgbClr val="FFFFFF"/>
                </a:solidFill>
                <a:latin typeface="Georgia"/>
              </a:rPr>
              <a:t>confirm ICLR 9/25 → ACL fallback; NAACL 10/12 is off.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FFFFFF"/>
                </a:solidFill>
                <a:latin typeface="Georgia"/>
              </a:rPr>
              <a:t>Super Weights: </a:t>
            </a:r>
            <a:r>
              <a:rPr sz="1350" b="0" i="0">
                <a:solidFill>
                  <a:srgbClr val="FFFFFF"/>
                </a:solidFill>
                <a:latin typeface="Georgia"/>
              </a:rPr>
              <a:t>how to engage Mengxia's line — courtesy note, or just generous citation?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FFFFFF"/>
                </a:solidFill>
                <a:latin typeface="Georgia"/>
              </a:rPr>
              <a:t>Anything you want added while the cluster is still warm (70B and AWQ are staged as rebuttal arms)?</a:t>
            </a:r>
            <a:r>
              <a:rPr sz="1350" b="0" i="0">
                <a:solidFill>
                  <a:srgbClr val="FFFFFF"/>
                </a:solidFill>
                <a:latin typeface="Georgia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