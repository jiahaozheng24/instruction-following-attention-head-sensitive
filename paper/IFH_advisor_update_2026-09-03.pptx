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为什么崩：同一个Llama的完整2×2对比（纠错开关×保护有无）。四格读法：笨办法0.57（无凶案）；笨办法+保护0.60（无凶案可拦，只有+0.036的小甜头，p=0.03压线）；GPTQ 0.15（纠错行凶）；GPTQ+保护0.64全场最高。最妙的一格是0.64&gt;0.60：临界集被屏蔽后，纠错从凶手变回帮手（净+0.04）——保护不是关掉纠错，是拆掉它唯一的作案工具。原三格版讲法：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。被追问时的加强版：在优雅态Qwen上我们连“把整个注意力栈（8.2亿参数、模型的11%）事后恢复成fp16”都试过，也只涨2.6分——事后修复的天花板约+3，与恢复量无关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GPTQ's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C2340"/>
                </a:solidFill>
                <a:latin typeface="Georgia"/>
              </a:rPr>
              <a:t>Same Llama-8B model at 3 bits, all four combinations of {error correction on/off} × {protection on/off} — IFEval scores (protection = the same top-0.5%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no error correction —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0.60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little to fix here: +0.036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error correction on — COLLAPSE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correction on, critical set shielded —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2336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 correction is the culprit: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it spreads error from ~100,000 hyper-sensitive weights (0.001%; zeroing them at full precision also kills the model) into the whole network; repairing them afterwards fails (0.16).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also an asset: shielded, GPTQ beats even protected naive rounding (0.64 &gt; 0.60) — protection removes its weapon, not the correction.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