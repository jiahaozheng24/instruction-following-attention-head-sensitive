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mild (graceful)</c:v>
                </c:pt>
              </c:strCache>
            </c:strRef>
          </c:tx>
          <c:spPr>
            <a:solidFill>
              <a:srgbClr val="8A9BB0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0.06</c:v>
                </c:pt>
                <c:pt idx="1">
                  <c:v>0.063</c:v>
                </c:pt>
                <c:pt idx="2">
                  <c:v>0.076</c:v>
                </c:pt>
                <c:pt idx="3">
                  <c:v>0.085</c:v>
                </c:pt>
                <c:pt idx="4">
                  <c:v>0.094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middle tier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5">
                  <c:v>0.147</c:v>
                </c:pt>
                <c:pt idx="6">
                  <c:v>0.151</c:v>
                </c:pt>
                <c:pt idx="7">
                  <c:v>0.173</c:v>
                </c:pt>
                <c:pt idx="8">
                  <c:v>0.175</c:v>
                </c:pt>
                <c:pt idx="9">
                  <c:v>0.247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COLLAPSE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Sheet1!$A$2:$A$13</c:f>
              <c:strCache>
                <c:ptCount val="12"/>
                <c:pt idx="0">
                  <c:v>Mist 24B</c:v>
                </c:pt>
                <c:pt idx="1">
                  <c:v>OLMo 7B</c:v>
                </c:pt>
                <c:pt idx="2">
                  <c:v>Qwen 32B</c:v>
                </c:pt>
                <c:pt idx="3">
                  <c:v>Mist 7B</c:v>
                </c:pt>
                <c:pt idx="4">
                  <c:v>Qwen 7B</c:v>
                </c:pt>
                <c:pt idx="5">
                  <c:v>Llama3 8B</c:v>
                </c:pt>
                <c:pt idx="6">
                  <c:v>Yi 9B</c:v>
                </c:pt>
                <c:pt idx="7">
                  <c:v>Llama 3B</c:v>
                </c:pt>
                <c:pt idx="8">
                  <c:v>Nemo 12B</c:v>
                </c:pt>
                <c:pt idx="9">
                  <c:v>Qwen 3B</c:v>
                </c:pt>
                <c:pt idx="10">
                  <c:v>Qwen 14B</c:v>
                </c:pt>
                <c:pt idx="11">
                  <c:v>Llama3.1 8B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10">
                  <c:v>0.409</c:v>
                </c:pt>
                <c:pt idx="11">
                  <c:v>0.619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Llama-8B + protection</c:v>
                </c:pt>
              </c:strCache>
            </c:strRef>
          </c:tx>
          <c:spPr>
            <a:ln w="28575">
              <a:solidFill>
                <a:srgbClr val="0C2340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0.246</c:v>
                </c:pt>
                <c:pt idx="1">
                  <c:v>0.671</c:v>
                </c:pt>
                <c:pt idx="3">
                  <c:v>0.665</c:v>
                </c:pt>
                <c:pt idx="4">
                  <c:v>0.638</c:v>
                </c:pt>
                <c:pt idx="5">
                  <c:v>0.643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Qwen-14B + protection</c:v>
                </c:pt>
              </c:strCache>
            </c:strRef>
          </c:tx>
          <c:spPr>
            <a:ln w="28575">
              <a:solidFill>
                <a:srgbClr val="AE9141"/>
              </a:solidFill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0.216</c:v>
                </c:pt>
                <c:pt idx="2">
                  <c:v>0.689</c:v>
                </c:pt>
                <c:pt idx="3">
                  <c:v>0.734</c:v>
                </c:pt>
                <c:pt idx="5">
                  <c:v>0.782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Llama-8B unprotected</c:v>
                </c:pt>
              </c:strCache>
            </c:strRef>
          </c:tx>
          <c:spPr>
            <a:ln w="15875">
              <a:solidFill>
                <a:srgbClr val="8A9BB0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0.15</c:v>
                </c:pt>
                <c:pt idx="1">
                  <c:v>0.15</c:v>
                </c:pt>
                <c:pt idx="2">
                  <c:v>0.15</c:v>
                </c:pt>
                <c:pt idx="3">
                  <c:v>0.15</c:v>
                </c:pt>
                <c:pt idx="4">
                  <c:v>0.15</c:v>
                </c:pt>
                <c:pt idx="5">
                  <c:v>0.15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Qwen-14B unprotected</c:v>
                </c:pt>
              </c:strCache>
            </c:strRef>
          </c:tx>
          <c:spPr>
            <a:ln w="15875">
              <a:solidFill>
                <a:srgbClr val="D6C79A"/>
              </a:solidFill>
              <a:prstDash val="dash"/>
            </a:ln>
          </c:spPr>
          <c:cat>
            <c:strRef>
              <c:f>Sheet1!$A$2:$A$7</c:f>
              <c:strCache>
                <c:ptCount val="6"/>
                <c:pt idx="0">
                  <c:v>10k</c:v>
                </c:pt>
                <c:pt idx="1">
                  <c:v>100k</c:v>
                </c:pt>
                <c:pt idx="2">
                  <c:v>300k</c:v>
                </c:pt>
                <c:pt idx="3">
                  <c:v>1M</c:v>
                </c:pt>
                <c:pt idx="4">
                  <c:v>10M</c:v>
                </c:pt>
                <c:pt idx="5">
                  <c:v>40–70M (default)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0.412</c:v>
                </c:pt>
                <c:pt idx="1">
                  <c:v>0.412</c:v>
                </c:pt>
                <c:pt idx="2">
                  <c:v>0.412</c:v>
                </c:pt>
                <c:pt idx="3">
                  <c:v>0.412</c:v>
                </c:pt>
                <c:pt idx="4">
                  <c:v>0.412</c:v>
                </c:pt>
                <c:pt idx="5">
                  <c:v>0.412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0.745</c:v>
                </c:pt>
                <c:pt idx="1">
                  <c:v>0.15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Sheet1!$A$2:$A$3</c:f>
              <c:strCache>
                <c:ptCount val="2"/>
                <c:pt idx="0">
                  <c:v>4-bit (mild)</c:v>
                </c:pt>
                <c:pt idx="1">
                  <c:v>3-bit (deep)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0.753</c:v>
                </c:pt>
                <c:pt idx="1">
                  <c:v>0.643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0.77</c:v>
                </c:pt>
                <c:pt idx="1">
                  <c:v>0.758</c:v>
                </c:pt>
                <c:pt idx="2">
                  <c:v>0.672</c:v>
                </c:pt>
                <c:pt idx="3">
                  <c:v>0.121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protection</c:v>
                </c:pt>
              </c:strCache>
            </c:strRef>
          </c:tx>
          <c:spPr>
            <a:solidFill>
              <a:srgbClr val="0A833C"/>
            </a:solidFill>
          </c:spPr>
          <c:cat>
            <c:strRef>
              <c:f>Sheet1!$A$2:$A$5</c:f>
              <c:strCache>
                <c:ptCount val="4"/>
                <c:pt idx="0">
                  <c:v>8-bit</c:v>
                </c:pt>
                <c:pt idx="1">
                  <c:v>4-bit</c:v>
                </c:pt>
                <c:pt idx="2">
                  <c:v>3-bit</c:v>
                </c:pt>
                <c:pt idx="3">
                  <c:v>2-bit (extreme)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2">
                  <c:v>0.702</c:v>
                </c:pt>
                <c:pt idx="3">
                  <c:v>0.133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（下一页就是12模型的完整数据图。）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模型全景：柱子是压缩后损失的分数，越高越糟。三个层次一目了然：轻微档（掉0.06-0.09）、中间档（掉0.15-0.25，多为小模型——小模型冗余少，普通退化更大）、两个崩溃（掉0.41和0.62）。关键论据：崩溃不在“越小越惨”的趋势线上——最小的3B们才掉0.17-0.25，反而是8B和14B崩掉。判定中间档和崩溃是两种病的证据在后面（纠错方向相反+复读机率断层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对照实验全家福：同样大小的保护配额给谁？给随机权重没用（0.18/0.48）、给我们最初找的指令注意力头没用（0.165）、给Mengxia发现的3-6个超级权重也没用（0.163）——只有TaCQ判据挑的那批有效。两个彩蛋：①用通用网页文本算重要性效果一样好（临界集与任务无关）；②整通道保护（硬件友好）在Llama有效、14B失效（结构因模型而异）。这页的主旨：“知道什么重要”和“知道保护什么”是两回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要保护多少个？预算扫描：Llama在10万个处发生相变（1万不够0.25，10万就够0.67），14B的相变在30万个——都只占模型的十万分之一量级，且需求随模型变大。红色警告：保护太少反而更糟——14B只保10万个时0.216，比完全不保护的0.412还低，两个种子都复现。这只有“保护改变纠错轨迹”的机制才解释得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直接回答“WHEN是什么意思”：同一个模型内部沿bit阶梯看。Llama-8B：4位时轻伤（保护+0.008，无用），3位时崩溃（保护+0.49，救命）。Qwen-7B：8位无损、4位近无损、3位轻伤（保护+0.03，无用）、2位彻底毁灭（0.12，保护无用——加到10倍预算2%也只有0.13，救不活）。所以“何时”的答案是一个窗口：压得不够深没病可治；压进崩溃区保护决定生死；压到2位病入膏肓。加上第3页的跨模型轴（12模型只有2个崩）和发现4的算法轴（GPTQ崩、RTN不崩、旋转不崩），三个轴合起来的统一判据就是：保护只在“纠错在净行凶”的组合里有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严谨性页：每个对比都做了配对bootstrap——541道题重采样5000次出95%区间，区间跨零就判为噪声。表里绿色四行是真效应（两个救援、保护胜旋转、中间档Qwen-3B的小增益+0.074），灰色五行全是噪声（轻微档的所谓+3分统计上等于零）。这页是给审稿人的：我们自己先把统计做严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为什么崩：同一个Llama的完整2×2对比（纠错开关×保护有无）。四格读法：笨办法0.57（无凶案）；笨办法+保护0.60（无凶案可拦，只有+0.036的小甜头，p=0.03压线）；GPTQ 0.15（纠错行凶）；GPTQ+保护0.64全场最高。最妙的一格是0.64&gt;0.60：临界集被屏蔽后，纠错从凶手变回帮手（净+0.04）——保护不是关掉纠错，是拆掉它唯一的作案工具。原三格版讲法：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文最重要的一张表：六个模型，比较笨办法（RTN）和聪明办法（GPTQ）。前四行纠错在帮忙（+0.05到+0.28），这些模型上保护基本无用；后两行纠错在行凶（-0.42和-0.29），恰恰就是崩溃的两个，保护在这里救命。而且救援幅度约等于纠错造成的伤害（害0.42救回0.49、害0.29救回0.37）——保护的价值就是它拦下的纠错之害。一句话：跑一次RTN对比就能诊断该不该保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机制四连证：①事后修复失败——伤已扩散到网络其他部分；②临界权重在原模型里就致命（置零0.19 vs 随机置零0.78无损）；③保护太少反而有害（0.216&lt;0.412）——部分保护把纠错带进更糟的路径；④关掉GPTQ的处理顺序技巧照样崩——是交互本身的问题，不是顺序。四个证据从四个方向指向同一个机制：纠错×临界集的交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和最新技术的对比：旋转类方法（QuaRot等）压缩前把网络在数学上旋转一下，让极端值摊平。我们验证了旋转本身无损（0.785≈0.768）。结果：旋转确实防住崩溃（Llama 0.641、14B 0.665），在Llama上和保护打平，但在14B上输给保护0.117（统计显著）。所以“用旋转就行了”这个最危险的质疑，被我们自己的数据回答了。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能不能提前预测谁会崩？不能。业界流行理论把量化脆弱归因于“离群值”（模型内部的极端数值）。我们把所有候选预警信号在原模型上量了一遍：激活尖峰最大的Qwen-32B（19072）安然无恙，几乎没有尖峰的Llama-8B（324）反而崩了；重要性集中度最高的Mistral也没崩。数字完全交错，跨家族、族内都分不开。所以论文诚实声明：预测是开放问题，但检测很便宜——20道生成题就能查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跨能力验证：同样的崩溃和救援在数学（GSM8K）上复现——Llama数学从0.843崩到0.002（千分之二！），保护救回0.616；14B从0.926崩到0.129，救回0.894（原始的97%）。右表是三轮对话（Multi-IF）：崩溃模型逐轮归零，保护后每轮都恢复。附加发现：多轮对话会把量化损伤逐轮放大（轻微档的Qwen-7B第1轮差0.09、第3轮差到0.15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表：12个模型、四种处理（原始/笨压缩RTN/聪明压缩GPTQ/GPTQ+保护）外加保护增益和层次归类，一页看全。读法：从右往左——tier列先看是哪一档；崩溃两行（红）里GPTQ远差于RTN（纠错行凶）、保护增益巨大；其余各行保护增益全是噪声级。空格“—”表示该臂没跑（跑了也不改变结论，普查臂只需fp16和GPTQ两步）。被问任何具体数字时翻回这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（加上WHEN规则是五句）：开头第0条是给实践者的一句话诊断：跑一次RTN对比，看纠错在帮忙还是行凶。其余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CQ备查页。要点：①他们的主模型是上一代Llama-3-8B——在我们普查里只是中间档，不是崩溃的3.1代，所以他们没见过崩溃很正常；②他们没有任何“失效场景”的实验，连同预算随机保护这个最基本的对照都没做——这正是我们论文的空间；③唯一待和解的是2-bit：他们混合精度实存成功、我们同预算fake-quant终末，投稿前精读其协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Super Weights备查页。要点：①他们全部实验在RTN世界，GPTQ从未出现——而我们的数据显示RTN从不崩溃，所以他们的药对他们的病完全对症；②GPTQ崩溃是另一种病：只保护超级权重救不了（0.163），需要的是10万量级的另一批权重；③他们的激活尖峰信号在我们六模型上反向预测。定位：互补不竞争——两种病、两副药，我们是说明何时用哪副的处方笺。这页也是讨论如何对接Mengxia时的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Common Is Collapse? 2 in 12 — and Not the Models You'd Guess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 — FULL CENSUS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7607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0" y="1481328"/>
            <a:ext cx="23774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C2340"/>
                </a:solidFill>
                <a:latin typeface="Georgia"/>
              </a:rPr>
              <a:t>Purpose of this survey: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is collapse a rare fluke of two models, or common? And does it simply follow model size?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9B1B1B"/>
                </a:solidFill>
                <a:latin typeface="Georgia"/>
              </a:rPr>
              <a:t>Answer: 2 of 12 collapse.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Small models lose more (gold, middle tier) — that part is expected. But the two collapses (red) are 8B and 14B, NOT the smallest models: collapse does not follow size.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Bars = IFEval score lost at 3-bit (taller = worse).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amount (0.5%)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It Must Be the RIGHT 0.5%: Every Alternative Fails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CONTROLS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417320"/>
          <a:ext cx="6949440" cy="250545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566160"/>
                <a:gridCol w="1691640"/>
                <a:gridCol w="16916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What we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nothing (plain compression)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top 0.5% by the TaCQ importance score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random weights, same amount (0.5%)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0.181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0.480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32 instruction-following heads (≈ same 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the 3–6 “super weights” (just those few)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0.163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whole channels, same amount (0.5%)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9B1B1B"/>
                          </a:solidFill>
                          <a:latin typeface="Georgia"/>
                        </a:rPr>
                        <a:t>0.227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only 100k weights (0.001%), scored on generic text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041648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Random weights, functional circuits, and super weights all fail — knowing what's “important” is not the same as knowing what to protect.</a:t>
            </a:r>
          </a:p>
          <a:p>
            <a:pPr algn="l"/>
            <a:r>
              <a:rPr sz="1150" b="0" i="0">
                <a:solidFill>
                  <a:srgbClr val="5A5A5A"/>
                </a:solidFill>
                <a:latin typeface="Georgia"/>
              </a:rPr>
              <a:t>Bonuses (last two rows): a 50× smaller set scored on generic web text rescues almost as well (task-independent, tiny); whole-channel protection works on Llama but fails on 14B (structure is model-specific).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Many Weights? ~0.001% — and Too Few Backfires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2 - BUDGET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3949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35040" y="1554480"/>
            <a:ext cx="27432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x-axis: how many weights we protect (log steps).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0C2340"/>
                </a:solidFill>
                <a:latin typeface="Georgia"/>
              </a:rPr>
              <a:t>The jump happens at ~100k on Llama-8B and ~300k on Qwen-14B (≈0.001% of the model) — the needed set grows with model size.</a:t>
            </a:r>
          </a:p>
          <a:p>
            <a:pPr algn="l"/>
            <a:r>
              <a:rPr sz="1200" b="1" i="0">
                <a:solidFill>
                  <a:srgbClr val="9B1B1B"/>
                </a:solidFill>
                <a:latin typeface="Georgia"/>
              </a:rPr>
              <a:t>Warning: protecting too few HURTS — 14B at 100k scores 0.216, below the unprotected 0.412 (replicated on two seeds).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Protection Helps Only in a Window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THE ANSWER TO “WHEN” — SAME MODEL, DIFFERENT BITS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Llama-8B  (uncompressed: 0.768)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1148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709160" y="1371600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Qwen-7B  (uncompressed: 0.765)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709160" y="1691640"/>
          <a:ext cx="3977639" cy="2514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11480" y="4315968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The window: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too mild → nothing to fix (gains ≈0) · collapse → decisive (+0.49) · too extreme (2-bit) → beyond saving (even a 10× budget stays at 0.13).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How Sure Are We? Every Claim Carries a Confidence Interval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RIGOR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For each comparison we resample the 541 test prompts 5,000 times. If the 95% interval crosses zero, the effect is indistinguishable from noise.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965960"/>
          <a:ext cx="7498080" cy="279806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108960"/>
                <a:gridCol w="1005840"/>
                <a:gridCol w="2011680"/>
                <a:gridCol w="13716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Comparison (protection − no protection)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95% interval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Verdict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@3-bit (collapse)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+0.493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[+0.455, +0.532]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 @3-bit (collapse)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+0.370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[+0.327, +0.412]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Qwen-14B: protection vs. rotation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+0.117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[+0.083, +0.152]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 @3-bit (middle tier)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[+0.035, +0.111]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real, small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@3-bit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[−0.004, +0.064]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 @3-bit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[−0.000, +0.066]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 @3-bit (middle tier)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[−0.013, +0.052]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 @4-bit (mild)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[−0.022, +0.038]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Qwen-7B: protect attention heads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+0.003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[−0.027, +0.032]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5A5A5A"/>
                          </a:solidFill>
                          <a:latin typeface="Georgia"/>
                        </a:rPr>
                        <a:t>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GPTQ's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0C2340"/>
                </a:solidFill>
                <a:latin typeface="Georgia"/>
              </a:rPr>
              <a:t>Same Llama-8B model at 3 bits, all four combinations of {error correction on/off} × {protection on/off} — IFEval scores (protection = the same top-0.5%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no error correction —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828800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C2340"/>
                </a:solidFill>
                <a:latin typeface="Georgia"/>
              </a:rPr>
              <a:t>0.60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naive rounding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little to fix here: +0.036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error correction on — COLLAPSE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889504"/>
            <a:ext cx="37033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/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050" b="0" i="0">
                <a:solidFill>
                  <a:srgbClr val="5A5A5A"/>
                </a:solidFill>
                <a:latin typeface="Georgia"/>
              </a:rPr>
              <a:t>correction on, critical set shielded —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02336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 correction is the culprit: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it spreads error from ~100,000 hyper-sensitive weights (0.001%; zeroing them at full precision also kills the model) into the whole network; repairing them afterwards fails (0.16).</a:t>
            </a:r>
          </a:p>
          <a:p>
            <a:pPr algn="l"/>
            <a:r>
              <a:rPr sz="1250" b="1" i="0">
                <a:solidFill>
                  <a:srgbClr val="AE9141"/>
                </a:solidFill>
                <a:latin typeface="Georgia"/>
              </a:rPr>
              <a:t>But also an asset: shielded, GPTQ beats even protected naive rounding (0.64 &gt; 0.60) — protection removes its weapon, not the correction.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One Number Diagnoses the Disease: Does Error Correction Help or Hurt?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THE DIAGNOSTIC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63040"/>
          <a:ext cx="7863840" cy="213969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371600"/>
                <a:gridCol w="1371600"/>
                <a:gridCol w="1828800"/>
                <a:gridCol w="19202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 @ 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naive rounding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smart 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correction effect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+0.281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+0.172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Yi-9B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+0.122  helps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+0.048  helps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−0.415  HURTS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−0.286  HURTS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3977639"/>
            <a:ext cx="83210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The rule: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wherever the correction helps, protection buys ~nothing; wherever it hurts, protection rescues — and the rescue roughly equals the harm prevented (0.42→0.49, 0.29→0.37).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This one comparison (rounding vs. GPTQ) is the practical diagnostic for “when”.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Pinning Down the Mechanism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FOUR MORE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Fixing them afterwards fails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0.150 → 0.162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Restore the critical weights on the already-compressed model: no rescue. The damage was spread into the REST of the network during compression.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141732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They are critical even uncompressed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0.188 vs 0.776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Zero the ~100k critical weights in the ORIGINAL model: it dies (0.188). Zero the same number of random weights: harmless (0.776).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Protecting too few backfires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0.216 &lt; 0.412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14B with only 100k protected scores BELOW unprotected — partial protection re-routes the correction badly (both seeds agree).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3108960"/>
            <a:ext cx="402336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It is not the correction order  </a:t>
            </a:r>
            <a:r>
              <a:rPr sz="1250" b="1" i="0">
                <a:solidFill>
                  <a:srgbClr val="AE9141"/>
                </a:solidFill>
                <a:latin typeface="Georgia"/>
              </a:rPr>
              <a:t>still 0.156</a:t>
            </a:r>
          </a:p>
          <a:p>
            <a:pPr algn="l"/>
            <a:r>
              <a:rPr sz="1100" b="0" i="0">
                <a:solidFill>
                  <a:srgbClr val="5A5A5A"/>
                </a:solidFill>
                <a:latin typeface="Georgia"/>
              </a:rPr>
              <a:t>Disabling GPTQ's processing-order trick (desc_act) does not prevent the collapse — the interaction itself is the cause.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Rotation Also Prevents Collapse — but Loses to Protection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4 - VS. THE NEWEST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Rotation (QuaRot-style) is the newest anti-outlier technique: mathematically rotate the network before compressing, so extreme values spread out. The rotation itself is lossless — we verified (rotated, uncompressed Llama: 0.785 ≈ 0.768).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240280"/>
          <a:ext cx="5669280" cy="13167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11680"/>
                <a:gridCol w="1828800"/>
                <a:gridCol w="18288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 arm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plain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rotation + GPTQ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0.641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0.665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0C2340"/>
                          </a:solidFill>
                          <a:latin typeface="Georgia"/>
                        </a:rPr>
                        <a:t>protection + GPTQ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886200"/>
            <a:ext cx="8321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On Llama the two fixes tie; on Qwen-14B protection wins by +0.117 (statistically solid).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So “just use rotation” is answered by our own data: rotation moves you out of the collapse zone, but targeted protection recovers more. (On mild models rotation changes nothing: Qwen-7B 0.672 → 0.688.)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Can You Tell in Advance Who Will Collapse? No.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The field's standard theory blames “outliers” — extreme values inside the model. We measured every proposed warning sign on the original (uncompressed) models: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965960"/>
          <a:ext cx="7680960" cy="202996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1920240"/>
                <a:gridCol w="1463040"/>
                <a:gridCol w="1920240"/>
                <a:gridCol w="100584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biggest activation spike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extreme channels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importance concentration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collapsed?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11,584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1.26%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324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1.50%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4.14%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10,880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115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0.78%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YES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Qwen-32B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19,072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1,632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244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no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416052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The numbers interleave completely — the model with the most extreme values (Qwen-32B) is fine, the one with almost none (Llama-8B) collapses. Prediction is our stated open problem; detection (a 20-prompt generation test) is cheap.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Not Just Instructions: Math and Multi-Turn Chat Agree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MATH (GSM8K accuracy)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1783080"/>
          <a:ext cx="41148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/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3-bit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0.616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Qwen-14B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0.926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0.129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0.894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Qwen-7B (mild)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0.901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0.778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0.839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11480" y="329184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The same collapse and the same rescue — Qwen-14B comes back to 97% of its original math score.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141732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3-TURN CONVERSATIONS (Multi-IF)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892040" y="1783080"/>
          <a:ext cx="3886200" cy="1207008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850392"/>
                <a:gridCol w="850392"/>
                <a:gridCol w="85953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Llama-8B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1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2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Georgia"/>
                        </a:rPr>
                        <a:t>turn 3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0.722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0.559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0.409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compressed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0.086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9B1B1B"/>
                          </a:solidFill>
                          <a:latin typeface="Georgia"/>
                        </a:rPr>
                        <a:t>0.001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0C2340"/>
                          </a:solidFill>
                          <a:latin typeface="Georgia"/>
                        </a:rPr>
                        <a:t>+ protection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0.592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0.372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A833C"/>
                          </a:solidFill>
                          <a:latin typeface="Georgia"/>
                        </a:rPr>
                        <a:t>0.215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892040" y="3291840"/>
            <a:ext cx="38862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0C2340"/>
                </a:solidFill>
                <a:latin typeface="Georgia"/>
              </a:rPr>
              <a:t>In multi-turn chat, compression damage compounds with every turn (mild Qwen-7B: −0.09 at turn 1 grows to −0.15 by turn 3) — multi-turn use amplifies whatever quantization broke.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Master Table (IFEval, all @ 3-bit)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EVERYTHING ON ONE SLIDE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371600"/>
          <a:ext cx="8366760" cy="3200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00200"/>
                <a:gridCol w="868680"/>
                <a:gridCol w="960120"/>
                <a:gridCol w="868680"/>
                <a:gridCol w="1325880"/>
                <a:gridCol w="1600200"/>
                <a:gridCol w="114300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Model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original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naive RTN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GPTQ + protect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protection gain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Georgia"/>
                        </a:rPr>
                        <a:t>tier</a:t>
                      </a:r>
                    </a:p>
                  </a:txBody>
                  <a:tcPr anchor="ctr" marL="54864" marR="54864" marT="18288" marB="18288">
                    <a:solidFill>
                      <a:srgbClr val="0C234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0.672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0.702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Mistral-7B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0.552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0.420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0.500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+0.033 (noise)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Mistral-24B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Qwen2.5-32B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0.838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0.762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OLMo-2-7B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0.688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Llama-3-8B (older gen)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Yi-1.5-9B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0.594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0.320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0.443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0.462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+0.020 (noise)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Llama-3.2-3B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0.577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Mistral-Nemo-12B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0.476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Qwen2.5-3B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0.658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0.130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0.411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0.484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+0.074 (small)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middle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Qwen2.5-14B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0.820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0.697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0.412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0.782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+0.370 (rescue)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Llama-3.1-8B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0.768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C2340"/>
                          </a:solidFill>
                          <a:latin typeface="Georgia"/>
                        </a:rPr>
                        <a:t>0.565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0.150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0.643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A833C"/>
                          </a:solidFill>
                          <a:latin typeface="Georgia"/>
                        </a:rPr>
                        <a:t>+0.493 (rescue)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9B1B1B"/>
                          </a:solidFill>
                          <a:latin typeface="Georgia"/>
                        </a:rPr>
                        <a:t>COLLAPSE</a:t>
                      </a:r>
                    </a:p>
                  </a:txBody>
                  <a:tcPr anchor="ctr" marL="54864" marR="54864" marT="18288" marB="18288">
                    <a:solidFill>
                      <a:srgbClr val="EFE9D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A5A5A"/>
                </a:solidFill>
                <a:latin typeface="Georgia"/>
              </a:rPr>
              <a:t>Protection = top-0.5% by TaCQ score, kept uncompressed. 8/4/2-bit ladders: “window” slide; math &amp; multi-turn: previous slide.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321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0 · The WHEN rule.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Protection helps only inside a window — and the practical diagnostic is one comparison: if GPTQ's error correction is doing net harm (vs. naive rounding), protect; otherwise don't bother.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20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TaCQ (UNC Chapel Hill, 2025)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TACQ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“Task-Circuit Quantization: Leveraging Knowledge Localization and Interpretability for Compression” — Xiao, Stengel-Eskin &amp; Bansal, arXiv:2504.07389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Invented a score for every weight's importance (|weight| × |gradient| × |compression error|), kept the top-scoring ~0.5% in full 16-bit, and compressed the rest to 2–3 bits — beating all previous low-bit methods on accuracy.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Llama-3-8B-Instruct (main — the OLDER generation; in our census it is mid-tier, NOT the collapsing 3.1), Qwen2.5-7B, scaling on Qwen2.5-32B.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Bits: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and 3-bit (3.1-bit average).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Benchmarks: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MMLU, GSM8K, Spider (SQL). No instruction-following, no multi-turn.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Headline: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2-bit beats the best baseline (SliM-LLM) by +14 to +22; 3-bit retains 91–96% of original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take: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importance score, fully credited, as our instrument.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 what they lack: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any “when it fails” case (their evals contain no null result), any mechanism experiment, and even the basic random-protection control at matched budget — absent from their paper.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Open item: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their 2-bit succeeds (mixed-precision storage), our 2-bit is terminal at matched budget — protocol reconciliation before submission.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they built the tool; we mapped when and why it works.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Super Weights (Mengxia Yu, ND + Apple, 2024)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BACKUP - SUPER WEIGHTS IN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298448"/>
            <a:ext cx="8321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A5A5A"/>
                </a:solidFill>
                <a:latin typeface="Georgia"/>
              </a:rPr>
              <a:t>“The Super Weight in Large Language Models” — Yu, Wang, Shan, Reed &amp; Wan, arXiv:2411.07191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664208"/>
            <a:ext cx="42062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WHAT THEY DID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0C2340"/>
                </a:solidFill>
                <a:latin typeface="Georgia"/>
              </a:rPr>
              <a:t>Discovered that every LLM contains a handful (1–6) of individual weights so critical that deleting a SINGLE one destroys the model; showed how to find them in one forward pass, and that keeping them (plus their activation spikes) precise makes even naive rounding competitive.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Models: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Llama-1 7/13/30B, Llama-2 7/13B, Mistral-7B-v0.1, OLMo 1B/7B, Phi-3-mini — mostly BASE models, with published coordinates (e.g. Llama-7B [3968, 7003]).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Quantization world: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round-to-nearest only (weights + activations, large blocks). GPTQ-style error correction appears nowhere.</a:t>
            </a:r>
          </a:p>
          <a:p>
            <a:pPr algn="l"/>
            <a:r>
              <a:rPr sz="1150" b="1" i="0">
                <a:solidFill>
                  <a:srgbClr val="0C2340"/>
                </a:solidFill>
                <a:latin typeface="Georgia"/>
              </a:rPr>
              <a:t>Evals: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perplexity + zero-shot multiple choice. No generative tasks.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64208"/>
            <a:ext cx="3931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RELATION TO US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Lineage: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“tiny lethal sets exist” is their concept; our zeroing experiment is its 100,000-weight analogue.</a:t>
            </a:r>
          </a:p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We add: </a:t>
            </a:r>
            <a:r>
              <a:rPr sz="1150" b="0" i="0">
                <a:solidFill>
                  <a:srgbClr val="0C2340"/>
                </a:solidFill>
                <a:latin typeface="Georgia"/>
              </a:rPr>
              <a:t>the GPTQ world. In our data naive rounding NEVER collapses — so their fix suits their disease. The compensation collapse is a different disease: protecting only super weights fails (0.163), and their spike signal anti-predicts who collapses.</a:t>
            </a:r>
          </a:p>
          <a:p>
            <a:pPr algn="l"/>
            <a:r>
              <a:rPr sz="1150" b="0" i="1">
                <a:solidFill>
                  <a:srgbClr val="AE9141"/>
                </a:solidFill>
                <a:latin typeface="Georgia"/>
              </a:rPr>
              <a:t>One line: two diseases, two medicines — our paper is the prescription chart saying which to use when. Complementary, not competing.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