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297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compressing a model by storing each weight in 3 bits instead of 16 → ~5× smaller and cheaper to run.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standard compression algorithm. It is “smart”: after rounding each weight it adjusts the remaining ones to cancel the error.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/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1: following instructions (IFEval), math (GSM8K), knowledge quiz (MMLU). Higher = better.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554480"/>
            <a:ext cx="26974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Six models, identical compression recipe.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9B1B1B"/>
                </a:solidFill>
                <a:latin typeface="Georgia"/>
              </a:rPr>
              <a:t>Four barely notice. Two — Llama-8B and Qwen-14B — lose most of their ability.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And it's unpredictable: Qwen 7B is fine, 14B collapses, 32B is fine again — same family, same training.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(instruction-following score; every collapse re-run twice — it replicates)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