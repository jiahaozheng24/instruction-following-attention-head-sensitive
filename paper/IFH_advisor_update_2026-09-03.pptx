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一份完整的科学报告版汇报。研究对象：低比特量化什么时候会毁掉一个大模型、为什么、以及“保护重要权重”这个业界默认药方什么时候真的有效。11个模型、8/4/3/2四个比特档、约150组实验，全部完成并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术语：量化=少位数存权重；RTN=直接四舍五入（不纠错）；GPTQ=业界标准，每压一个权重就调整其余权重抵消误差（我们称之为“误差补偿”）；保护=挑一小撮权重不压，判据用TaCQ论文的显著性分数（0.55%预算是我们定的，等于32个注意力头的参数量，为了做同预算安慰剂对照）。IFEval avg4是全片默认分数（0-1）。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层问题一页：业界的保护方法（TaCQ/SpQR/SW）都是“永远开着”的方法论文，没人问过什么时候真的需要。我们的五个发现：①3bit损伤是谱系+独特灾难模式（9/11轻中度、2个崩塌）；②崩塌=补偿×临界集交互，不是信息不够；③保护收益≈拦下的补偿之害（崩塌+49/+37，优雅统计为零）；④定位≠保护（因果头/超权重/事后修复全失败）；⑤似然指标双向失灵。每条有对应页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方法页：11个instruct模型4个家族；GPTQ g128/sym/desc_act/c4校准，fake-quant；RTN做无补偿对照；四个比特档；干预臂完整列表；五个基准；逐题配对bootstrap 5000次。Yi-1.5-9B排除：我们的选择题协议在其fp16上就是乱猜级（tokenizer不兼容），为数据可信度整体移除。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特阶梯页（导师问过为什么不放所有bit——都在这）：同配方跑8/4/3/2。8bit和4bit无损（4bit所有干预臂都在噪声带内——无病可治）；2bit全死（保护到5%预算也救不活——病入膏肓）；3bit是分水岭：Qwen-7B只掉9分，Llama-8B掉62分。所以整篇论文住在3bit。脚注：8/2/Qwen-4bit是早期管线跑的，冻结协议复跑差≤1.5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普查大表：11个模型同配方3bit。掉分从-6到-62连续排开，但复读机率有断层（中间档最高13.7%，崩塌55-92%）。RTN列是分型的关键（下下页）。两个崩塌都做了种子副本，稳定复现。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四态谱系表：优雅/中间/崩塌/终末，每档给定义签名（掉分、循环率、补偿符号、保护收益）。三个要点：崩塌不是小模型脆弱（3B掉17、8B掉62）；不可从家族规模预测（Qwen 7优雅/14崩/32优雅，Llama隔代翻转）；判定标准是机制级的（补偿符号），掉分只是表象。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分型判据页：五个模型的RTN vs GPTQ对照。补偿在中间档和优雅档是帮忙的（+5~+28），在两个崩塌上是行凶的（-29/-41）。崩塌不是3bit装不下信息（笨办法都能到0.57-0.70）。一次RTN对照=一次诊断。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剂量-响应表：裸量化掉分 vs 保护增益，7个点带CI和p。不是线性关系，是近零平台+崩塌处的不连续跳变。定量律：增益≈补偿之害+小常数（害41.5→增49.3，害28.6→增37.0）。保护的价值就是它拦下的害。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Llama全矩阵（左：基线+保护臂；右：对照+变体）。要点：判据特异（saliency +49 vs 随机/头/超权重+1~3）；预算便宜（1e5=0.001%就够，1e4不够）；几何手段（g64、旋转）单独不如靶向保护；rotfp 0.785≈fp16证明旋转本身无损。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Qwen-14B复刻：更大规模上全套成立。三个新信息：临界集大10倍（1e6 vs 1e5）；保护不足反而更差（1e5给0.216，比不保护0.412还低，双种子）；救援恢复IFEval 95%、GSM8K 97%。崩塌臂种子方差±10，如实以区间报告。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定性实验：2×2因子表（补偿开关×保护开关），两个模型。四个推论都在衍生量表里：补偿是元凶（-41.5/-28.6）；没有元凶时保护只值+3.6/+2.2；有元凶时+49.3/+32.2≈拦下的害；屏蔽后GPTQ反超RTN+保护——保护拆掉补偿唯一的作案工具，而不是关掉补偿（补偿本身仍是资产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算曲线表：两条完整曲线。相变窗口Llama(1e4,1e5]、14B(1e5,3e5]——临界集随模型变大。红色数字0.216&lt;0.412：保护太少主动致害（有害臂方差只有±0.6，是确定性现象）——只有“保护改变补偿轨迹”的交互框架能解释。实际必需预算0.001-0.01%，0.55%是超配50-500倍的公平对照设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机制探针表：fp16置零临界集即死(0.188)而随机置零无损(0.776)→集合fp16致命且特异；事后恢复失败(0.162)而环内同集救活(0.671)→损伤已扩散；恢复11%的模型也只+3→事后天花板；desc_act、位移幅度证伪；c4掩码同效→救援靠结构不靠身份。合成图景：补偿把临界权重的量化误差扩散进全网络，修复必须发生在环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解剖表：两个临界集尺度不同（1e5 vs ~1e6）、模块类型相反（Llama注意力为主63%，14B MLP为主60%）、列集中度不同（70% vs 53%）、列结构化保护一个有效一个失败。结论：同一机制，无普适解剖学——防御必须逐模型定位。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位≠保护表：随机/因果头/超权重/事后修复全部失败，只有环内saliency有效。两个深化：头是因果真实的（消融8×选择性）但保护无用——功能重要性和量化临界性是两套排序（ρ≤0.16）；c4掩码身份重叠仅15%却救援等效——重要的是结构类型不是权重身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旋转页：QuaRot式R1消除两个崩塌（支持补偿×临界集框架——旋转摊平了离群结构），但14B上输靶向保护11.7分（p&lt;1e-4）。旋转是缓解不是替代。恒等性检查：旋转后fp16=0.785≈原fp16。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预测器证伪表：六模型的激活尖峰/显著性集中度/峰度完全交错，无任何fp16统计量分离两类（SW论文的尖峰信号反向预测）。推论：崩塌暂不可预测，但可廉价检测——RTN符号或小型生成探针。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跨基准页：GSM8K崩得比IFEval更狠（Llama 0.843→0.002）、救援同样复现；Multi-IF显示即使优雅损伤也随轮次复利（-8%→-20%）——单轮分数低估部署损伤。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检测地图大表：11模型的IFEval/循环率/PPL/MMLU并排。两个感叹号行是论文的评测主张：Q14崩塌但PPL 1.35×、MMLU -6.4全在优雅带（漏报）；L3.2-3B PPL爆158×但生成只是中间档（假报警）。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双向解离+微观取证：Q14是teacher-forced几乎完好但自由生成落入重复吸引子（69%循环）——PPL/MMLU原理上探不到；L32的158×是均匀的裸文本似然崩溃（中位NLL 7.23、top-1只有0.116、剔除最差1%仍1158）而chat格式完好——领域选择性损伤。定稿句：固定语料PPL度量的是该领域的损伤，不是部署能力。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统计总表：11个headline对比全部逐题配对bootstrap。显著的只有：两个救援、杠杆排序、中间档+7.4、RTN下+3.6；所有优雅态保护臂CI跨零。这就是“保护收益二值化”的统计底座。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TaCQ备查：全称+作者+他们做了什么（混合精度方法论文，处处赢基线）。我们借其判据当仪器，回答when/why。他们的主模型Llama-3-8B在我们普查里是中间档——结果相容。红线措辞：救援永远写“consistent with TaCQ”。待办：精读其2-bit协议与我们2-bit终末的差异（真混合精度存储 vs 同预算fake-quant）。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SW+其余近邻：SW（Yu et al., ND+Apple——Mengxia相关线）占“最小fp16致命集”概念，是我们零化探针的lineage，必须大方引用；但sw_only救不了补偿崩塌，尖峰信号反向预测。两种病两副药，我们是处方笺。其余三条线一句话各自划界。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结论页：五条可辩护主张C1-C5，每条挂关键证据。局限如实：fake-quant、GPTQ家族、≤32B、崩塌n=2（但各有种子副本+全干预矩阵）。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讨论：①分析论文定位是否成立；②ICLR 9/18摘要、9/25全文，ACL兜底；③如何对接Mengxia的SW工作；④rebuttal预备实验清单（70B/AWQ/TaCQ 2bit和解/14B旋转+保护）。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Anatomy of Quantization Collapse:</a:t>
            </a:r>
          </a:p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When Does Protecting Weights 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A systematic study — 11 models, 4 bit-widths, ~150 runs, paired statistics throughout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completed and frozen 2026-09-02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Terminology Used Throughout This Report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160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fewer bits (8/4/3/2) instead of 16 → a 3-bit model is ~5× smaller and cheaper to run.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(round-to-nearest) = the naive method: round every weight to its nearest low-bit value. No error correction.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industry-standard method: after rounding each weight, it adjusts the not-yet-rounded weights to compensate the error. We call this mechanism “error compensation”.</a:t>
            </a:r>
          </a:p>
          <a:p>
            <a:pPr algn="l"/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exempting a small set of weights from quantization (kept at 16-bit). The set is chosen by the saliency score of the TaCQ paper (UNC, 2025):  s = |W| · |∇L| · |ΔW|.  The 0.55% default budget is ours (= parameter count of 32 attention heads, for fair placebo comparison).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325880"/>
            <a:ext cx="39319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IFEval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541 verifiable instruction-following prompts; we report avg4, the mean of its four accuracy metrics (0–1). Unless a table says PPL / MMLU / GSM8K, every score in this report is IFEval avg4.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Regime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our label for how a model responds to 3-bit quantization (graceful / middle / collapse / terminal, defined on slide 7).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Loop rate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share of generations degenerating into verbatim repetition — the cheap signature of collapse.</a:t>
            </a:r>
          </a:p>
          <a:p>
            <a:pPr algn="l"/>
            <a:r>
              <a:rPr sz="1200" b="1" i="0">
                <a:solidFill>
                  <a:srgbClr val="AE9141"/>
                </a:solidFill>
                <a:latin typeface="Georgia"/>
              </a:rPr>
              <a:t>Critical set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tiny weight set (≤0.01% of parameters) whose zeroing at full precision already destroys the model, and whose in-loop protection rescues collapse.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The Question, and the Five Findings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Low-bit quantization sometimes destroys an LLM. The field's default remedy is “protect the important weights” (TaCQ, SpQR, SqueezeLLM, Super Weights…) — proposed as always-on methods. </a:t>
            </a:r>
          </a:p>
          <a:p>
            <a:pPr algn="l"/>
            <a:r>
              <a:rPr sz="1300" b="1" i="0">
                <a:solidFill>
                  <a:srgbClr val="AE9141"/>
                </a:solidFill>
                <a:latin typeface="Georgia"/>
              </a:rPr>
              <a:t>Our question: </a:t>
            </a:r>
            <a:r>
              <a:rPr sz="1300" b="1" i="0">
                <a:solidFill>
                  <a:srgbClr val="0C2340"/>
                </a:solidFill>
                <a:latin typeface="Georgia"/>
              </a:rPr>
              <a:t>when does quantization actually destroy a model, why, and when does weight protection actually pay?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331720"/>
          <a:ext cx="8321040" cy="2651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40"/>
                <a:gridCol w="6720840"/>
                <a:gridCol w="12801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#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Finding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Evidence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At 3-bit, damage is a spectrum with a distinct catastrophic mode: 9/11 models lose 6–25 pts; 2 collapse (−41, −62), unpredictably across family and scale.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slides 5–7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Collapse is caused by GPTQ's error compensation interacting with a tiny fp16-lethal critical set — not by 3-bit information loss (naive RTN never collapses).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slides 8, 10–15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Protection gain ≈ the compensation harm it prevents: +49/+37 pts where compensation hurts (p&lt;1e-4); statistically zero wherever compensation helps.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slides 9, 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Localization ≠ protection: causal heads, super weights, post-hoc repair (even 11% of the model) all fail; only in-loop saliency protection works.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slides 14–16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Likelihood metrics mislead in both directions: PPL/MMLU miss a real collapse (1.35×) and fire a 158× false alarm. Generation probes are required.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slides 20–21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Study Design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METHODS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21040" cy="30906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69037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Component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Choice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Models (11)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 3B/7B/14B/32B · Llama-3 8B, 3.1 8B, 3.2 3B · Mistral 7B / Nemo-12B / Small-24B · OLMo-2-7B (all instruct versions)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Quantizer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GPTQ: group 128, symmetric, desc_act, c4 calibration 128×2048; fake-quant fp checkpoints. RTN as the no-compensation control.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Bit-widths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8 / 4 / 3 / 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Interventions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TaCQ-saliency protection (budgets 1e4→4e7 weights) · placebos: random weights, 32 causal heads, super weights · column-structured · c4-generic mask · QuaRot-style rotation · group-size 64 · seed replicas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Benchmarks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IFEval (541 prompts, avg4) primary · MMLU · GSM8K · Multi-IF · WikiText-2 PPL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Statistics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Per-prompt paired bootstrap, 5,000 resamples, 95% CI, on every headline comparison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Scale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~150 runs; experiments frozen 2026-09-02; every protected checkpoint has an archived reproducibility protocol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517136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Georgia"/>
              </a:rPr>
              <a:t>Excluded: Yi-1.5-9B — our multiple-choice protocol is chance-level even at fp16 (tokenizer incompatibility).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The Bit-Width Ladder: 8 / 4 / 3 / 2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 · LANDSCAPE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3291840" cy="17922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1188720"/>
                <a:gridCol w="1188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Bits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16 (fp)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0.745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31012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Same recipe at every bit-width. 8/4-bit: lossless. 2-bit: dead. 3-bit: one model fine, one destroyed.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069080" y="1371600"/>
          <a:ext cx="2286000" cy="14264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8229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4-bit arm (Llama)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avg4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none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0.745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saliency 0.55%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0.753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random 0.55%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+ 32 heads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0.755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069080" y="3035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4-bit: every arm within noise — nothing to protect against.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29400" y="1371600"/>
          <a:ext cx="2103120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7315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2-bit arm (Qwen-7B)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avg4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none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0.136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saliency 0.55%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saliency 2%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0.126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saliency 5%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random 0.55%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 super weights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0.117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29400" y="3675887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2-bit: no protection level helps (fp16 = 0.765).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41648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Takeaway: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the scientifically interesting regime is 3-bit — above it there is no disease, below it no cure. The rest of this report is the anatomy of what happens at 3-bit.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55371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Georgia"/>
              </a:rPr>
              <a:t>8-bit / 2-bit / Qwen-4-bit points are from the early pipeline; frozen-protocol re-runs differ ≤1.5 pts.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11-Model Census at 3-Bit (identical recipe)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 · LANDSCAPE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8321040" cy="30083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7360"/>
                <a:gridCol w="914400"/>
                <a:gridCol w="1051560"/>
                <a:gridCol w="1143000"/>
                <a:gridCol w="1097280"/>
                <a:gridCol w="1005840"/>
                <a:gridCol w="13716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fp16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RTN-3bit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GPTQ-3bit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Δ vs fp16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loops %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regime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Mistral-Small-24B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−6.0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−6.3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1.5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−7.6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−8.5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−9.4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Llama-3-8B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−14.7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8.3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−17.3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11.3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−17.5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4.3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−24.7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13.7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−40.9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69.1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−61.9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92.4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40740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Georgia"/>
              </a:rPr>
              <a:t>IFEval avg4; Δ ×100. Loops = repetition-degenerate generations (fp16 0.7%; ≈7 = graceful band). Both collapses seed-replicate.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The Damage Spectrum Has Four Regimes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 · LANDSCAPE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8321040" cy="20391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1234440"/>
                <a:gridCol w="868680"/>
                <a:gridCol w="1828800"/>
                <a:gridCol w="1965960"/>
                <a:gridCol w="118872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Regime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IFEval drop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loops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compensation effect</a:t>
                      </a:r>
                    </a:p>
                    <a:p>
                      <a:r>
                        <a:t>(GPTQ vs RTN)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members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−2 … −9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≤7%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helps (+5…+17)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+0.8…+3.3, all CI cross 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5 + 4-bit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−15 … −25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4–14%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helps (+12…+28)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+7.4 (Qwen-3B, p=4e-4)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4 (small models)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−41 / −62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55–92%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HURTS (−29 / −41)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A833C"/>
                          </a:solidFill>
                          <a:latin typeface="Georgia"/>
                        </a:rPr>
                        <a:t>+37 / +49 (p&lt;1e-4)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terminal (2-bit)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−64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 at any budget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all tested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456432"/>
            <a:ext cx="83210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1" i="0">
                <a:solidFill>
                  <a:srgbClr val="0C2340"/>
                </a:solidFill>
                <a:latin typeface="Georgia"/>
              </a:rPr>
              <a:t>Collapse is not a size effect: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the two collapses sit far off the small-models-suffer-more trend (Llama-3.2-3B: −17; the larger Llama-3.1-8B: −62).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1" i="0">
                <a:solidFill>
                  <a:srgbClr val="0C2340"/>
                </a:solidFill>
                <a:latin typeface="Georgia"/>
              </a:rPr>
              <a:t>Collapse is not predictable from family or scale: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Qwen 7B graceful → 14B collapse → 32B graceful; Llama-3-8B −15 vs Llama-3.1-8B −62 (same size, one generation apart).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1" i="0">
                <a:solidFill>
                  <a:srgbClr val="0C2340"/>
                </a:solidFill>
                <a:latin typeface="Georgia"/>
              </a:rPr>
              <a:t>The defining criterion is mechanistic, not the drop size: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collapse = the regime where GPTQ's error compensation hurts.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Does Error Compensation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 · LANDSCAPE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21039" cy="20116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1965960"/>
                <a:gridCol w="1874519"/>
                <a:gridCol w="1828800"/>
                <a:gridCol w="1188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RTN (no compensation)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GPTQ (compensation)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compensation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regime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+28.1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+17.2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+4.8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−28.6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−41.5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65760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Collapse is not “3 bits carry too little information”: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naive rounding reaches 0.57–0.70 on both collapsing models. The smart algorithm's correction step is what destroys them.</a:t>
            </a:r>
          </a:p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sign of (GPTQ − RTN) separates the regimes exactly — one cheap extra run diagnoses whether a deployment needs protection.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Dose-Response: a Step, Not a Slope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 · LANDSCAPE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210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011680"/>
                <a:gridCol w="1463040"/>
                <a:gridCol w="164592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/ setting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bare quantization drop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CI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−2.3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[−2.2, +3.8]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−8.5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+3.3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[−0.0, +6.6]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0.056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−9.4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+3.0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[−0.4, +6.4]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0.085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rotated @3-bit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−14.4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+2.7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[−0.9, +6.3]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−24.7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E9141"/>
                          </a:solidFill>
                          <a:latin typeface="Georgia"/>
                        </a:rPr>
                        <a:t>+7.4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[+3.5, +11.1]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4e-4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−40.9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+37.0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[+32.7, +41.2]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&lt;1e-4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−61.9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+49.3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[+45.5, +53.2]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&lt;1e-4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A near-zero plateau, then a discontinuous jump exactly where compensation turns harmful.</a:t>
            </a:r>
          </a:p>
          <a:p>
            <a:pPr algn="l"/>
            <a:r>
              <a:rPr sz="1200" b="0" i="0">
                <a:solidFill>
                  <a:srgbClr val="AE9141"/>
                </a:solidFill>
                <a:latin typeface="Georgia"/>
              </a:rPr>
              <a:t>Gain ≈ compensation harm + small constant (41.5 → 49.3; 28.6 → 37.0) — protection's value is the harm it intercepts.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Llama-3.1-8B @3-Bit: Full Intervention Matrix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 · CASE STUDY 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160520" cy="285292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515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Baselines &amp;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avg4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fp16 (no quantization)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RTN-3bit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GPTQ-3bit, no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0.55% (40M)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   └ seed replica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@1e5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0.671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@1e4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0.246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@1e6 / 1e7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0.665 / 0.638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column-structured 40M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c4-generic mask @1e5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09160" y="1325880"/>
          <a:ext cx="4023360" cy="285292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71800"/>
                <a:gridCol w="10515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Controls &amp; variants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avg4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 random weights, same 0.55%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+ 32 causal heads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 super weights only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desc_act off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0.156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group-size 64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0.145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group-size 64 + saliency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0.703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RTN + saliency @1e5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rotated (QuaRot R1)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rotated GPTQ + saliency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rotated, fp16 (sanity)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0.785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27939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Reading: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rescue is criterion-specific (saliency +49 pts; random / heads / super-weights placebos +1–3) and budget-cheap (1e5 = 0.001% suffices; 1e4 does not). Geometry alone (g64, rotation) does not beat targeted protection.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Qwen2.5-14B @3-Bit: Replication at Larger Scale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 · CASE STUDY 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846320" cy="31089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2801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avg4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fp16 (no quantization)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RTN-3bit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GPTQ-3bit none (seed 0 / 1)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 / 0.508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0.55% (70M)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@1e6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0.734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@3e5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@1e5 (s0 / s1)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0.216 / 0.204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column-structured 70M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+ random weights 70M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RTN + saliency @1e6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rotated (R1)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577840" y="1325880"/>
          <a:ext cx="3154680" cy="1115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57400"/>
                <a:gridCol w="10972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GSM8K (math)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acc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fp16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GPTQ-3bit none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GPTQ + saliency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77840" y="278892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Differences from Llama: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critical set is 10× larger (≈1e6 vs 1e5), and under-budgeted protection (1e5) makes things WORSE than no protection — in both seeds.</a:t>
            </a:r>
          </a:p>
          <a:p>
            <a:pPr algn="l"/>
            <a:r>
              <a:rPr sz="1150" b="0" i="0">
                <a:solidFill>
                  <a:srgbClr val="0C2340"/>
                </a:solidFill>
                <a:latin typeface="Georgia"/>
              </a:rPr>
              <a:t>Rescue restores 95% of fp16 on IFEval and 97% on GSM8K.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A5A5A"/>
                </a:solidFill>
                <a:latin typeface="Georgia"/>
              </a:rPr>
              <a:t>Collapse-arm seed variance is ±10 pts (graceful arms ±1.5) — both seeds catastrophic; reported as ranges.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The 2×2 Factorial: Compensation ×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 · THE DECISIVE EXPERIMENT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21040" cy="9509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1417320"/>
                <a:gridCol w="1600200"/>
                <a:gridCol w="1417320"/>
                <a:gridCol w="16002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RTN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Llama-8B (budget 1e5)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0.601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Qwen-14B (budget 1e6)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0.720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0.734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606040"/>
          <a:ext cx="8321040" cy="148132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1325880"/>
                <a:gridCol w="1325880"/>
                <a:gridCol w="29260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Derived quantity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reading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compensation effect (no protection)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−41.5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−28.6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compensation is the culprit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protection gain under RTN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+3.6 (p=0.03)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+2.2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little direct value without the culprit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protection gain under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A833C"/>
                          </a:solidFill>
                          <a:latin typeface="Georgia"/>
                        </a:rPr>
                        <a:t>+49.3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A833C"/>
                          </a:solidFill>
                          <a:latin typeface="Georgia"/>
                        </a:rPr>
                        <a:t>+32.2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≈ the harm intercepted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GPTQ+protect vs RTN+protect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+4.2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+1.4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shielded, compensation turns net-positive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27939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AE9141"/>
                </a:solidFill>
                <a:latin typeface="Georgia"/>
              </a:rPr>
              <a:t>Protection removes compensation's only weapon without switching compensation off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— once the critical set is shielded, GPTQ beats even protected naive rounding (Llama at matched 1e5: 0.671).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Protection Budget: the Phase Transition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 · DOSE CURVES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5852160" cy="2295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737360"/>
                <a:gridCol w="20116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budget (weights)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 (= none)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 / 0.508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1e4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0.246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1e5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0.671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0.216 / 0.204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3e5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0.689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1e6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0.734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1e7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full 0.55% (4e7 / 7e7)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37960" y="1371600"/>
            <a:ext cx="22402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Phase windows: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 (1e4, 1e5]; Qwen-14B (1e5, 3e5]. The critical set grows with model size.</a:t>
            </a:r>
          </a:p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9B1B1B"/>
                </a:solidFill>
                <a:latin typeface="Georgia"/>
              </a:rPr>
              <a:t>0.216 &lt; 0.412: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protecting too few weights actively worsens the outcome (both seeds; harmful-arm variance only ±0.6).</a:t>
            </a:r>
          </a:p>
          <a:p>
            <a:pPr algn="l"/>
            <a:r>
              <a:rPr sz="1150" b="0" i="0">
                <a:solidFill>
                  <a:srgbClr val="0C2340"/>
                </a:solidFill>
                <a:latin typeface="Georgia"/>
              </a:rPr>
              <a:t>Only an interaction account explains harm-from-partial-protection: exemptions redirect the compensation trajectory.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0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Actual necessary budget is 0.001–0.01% of parameters — the 0.55% default is 50–500× oversized (kept for the fair head-count comparison).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Six Probes Pin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III · MECHANISM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8321040" cy="261518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51760"/>
                <a:gridCol w="1691640"/>
                <a:gridCol w="1965960"/>
                <a:gridCol w="20116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Probe (Llama-8B unless noted)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result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control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inference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zero the critical 1e5 at fp16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random 1e5 zeroed: 0.776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set is fp16-lethal, specific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restore critical set AFTER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same set in-loop: 0.671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damage spreads beyond the set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restore 822M (11%) post-hoc (Qwen)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0.710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noop 0.684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post-hoc ceiling ≈ +3, any size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desc_act ordering off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0.156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none 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quantization order is not the cause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weight displacement analysis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critical moved 4–6× more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GPTQ ≈ RTN displacement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magnitude is not the cause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c4-generic mask (15% identity overlap)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task mask 0.671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rescue is structural, not identity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E9141"/>
                </a:solidFill>
                <a:latin typeface="Georgia"/>
              </a:rPr>
              <a:t>The picture: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tiny set of hyper-sensitive weights exists at full precision; GPTQ's compensation spreads their quantization error into the rest of the network, so repair after the fact is impossible — the exemption must happen inside the loop.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Anatomy of the Two Critical Sets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III · MECHANISM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210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880360"/>
                <a:gridCol w="2743200"/>
                <a:gridCol w="26974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Property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Llama-3.1-8B set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Qwen2.5-14B set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size at phase transition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≈1e5 (0.001%)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≈3e5–1e6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concentration in top-1% input channels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69.7%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52.8%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dominant module type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attention (k_proj 38k, q_proj 26k = 63%)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MLP (gate 221k, down 219k, up 135k = 60%)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overlap with activation-outlier channels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42%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39%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column-structured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A833C"/>
                          </a:solidFill>
                          <a:latin typeface="Georgia"/>
                        </a:rPr>
                        <a:t>works (0.641)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fails (0.227)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overlap with super weights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contains them; sw-only fails (0.163)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16052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two collapses concentrate in different module types and at different scales — collapse is one mechanism (compensation × critical set) but has no universal anatomical signature. Any practical defense must locate the set per model.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Localization ≠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III · MECHANISM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8321039" cy="17922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749039"/>
                <a:gridCol w="1188720"/>
                <a:gridCol w="1097280"/>
                <a:gridCol w="22860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Candidate “important weights” (Llama @3-bit)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budget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avg4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random weights (placebo)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fails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 causally-identified heads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fails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super weights (Yu et al.)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&lt;10 scalars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fails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true critical set, restored post-hoc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0.001%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fails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TaCQ saliency, in-loop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0.001%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0.671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rescues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520440"/>
            <a:ext cx="83210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50" b="1" i="0">
                <a:solidFill>
                  <a:srgbClr val="0C2340"/>
                </a:solidFill>
                <a:latin typeface="Georgia"/>
              </a:rPr>
              <a:t>The heads are causally real: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ablating the top-32 costs −3.2 vs −0.4 for random 32 (8× selectivity, Qwen dev protocol) — yet protecting them is worthless. Functional importance and quantization-criticality are different orderings (rank correlation ≤ 0.16).</a:t>
            </a:r>
          </a:p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50" b="1" i="0">
                <a:solidFill>
                  <a:srgbClr val="0C2340"/>
                </a:solidFill>
                <a:latin typeface="Georgia"/>
              </a:rPr>
              <a:t>Identity barely matters even within the criterion: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c4-generic mask shares only 15% of weights with the task mask (Jaccard 0.155) yet rescues equally — what matters is protecting the right structural type, in the loop.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Rotation: a Mitigation, Not a Substitute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III · MECHANISM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21040" cy="18379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834640"/>
                <a:gridCol w="182880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Arm @3-bit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Qwen-7B (graceful)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GPTQ none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rotated (QuaRot-style R1)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rotated + GPTQ + saliency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GPTQ + saliency (no rotation)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rotation sanity: rotated fp16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0.785 (≈fp16 0.768)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65760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Rotation (a random orthogonal transform folded into the weights) spreads outliers and eliminates both collapses — consistent with the compensation×critical-set account.</a:t>
            </a:r>
          </a:p>
          <a:p>
            <a:pPr algn="l"/>
            <a:r>
              <a:rPr sz="1200" b="1" i="0">
                <a:solidFill>
                  <a:srgbClr val="AE9141"/>
                </a:solidFill>
                <a:latin typeface="Georgia"/>
              </a:rPr>
              <a:t>But at 14B it leaves +11.7 pts on the table vs saliency protection (paired CI [+8.3, +15.2], p&lt;1e-4) — rotation is a mitigation, not a substitute for knowing what to protect.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No fp16 Statistic Predicts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III · MECHANISM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21040" cy="22128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2286000"/>
                <a:gridCol w="1828800"/>
                <a:gridCol w="164592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max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saliency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activation kurtosis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regime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0.0126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15,309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 (1,632 ch &gt;50)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0.0414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23,344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21,091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0.0078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13632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C2340"/>
                </a:solidFill>
                <a:latin typeface="Georgia"/>
              </a:rPr>
              <a:t>Collapse set {324; 10,880} and graceful set {212; 244; 11,584; 19,072} fully interleave — across and within families. Saliency concentration and kurtosis anti-predict.</a:t>
            </a:r>
          </a:p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Collapse cannot (yet) be predicted, but it CAN be cheaply detected — one RTN run (the sign) or a small generation probe.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Math and Multi-Turn Tell the Same Story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IV · GENERALITY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397764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868680"/>
                <a:gridCol w="96012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GSM8K acc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fp16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GPTQ-3bit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saliency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09160" y="1371600"/>
          <a:ext cx="4023360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91640"/>
                <a:gridCol w="777240"/>
                <a:gridCol w="777240"/>
                <a:gridCol w="777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Multi-IF (strict)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Llama fp16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Llama GPTQ-3bit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Llama + saliency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Qwen-7B fp16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0.721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0.465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0.306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Qwen-7B GPTQ-3bit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0.638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0.283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0.105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Qwen-7B + saliency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0.705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0.352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0.152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794760"/>
            <a:ext cx="8321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50" b="1" i="0">
                <a:solidFill>
                  <a:srgbClr val="0C2340"/>
                </a:solidFill>
                <a:latin typeface="Georgia"/>
              </a:rPr>
              <a:t>Collapse and rescue are capability-wide: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GSM8K collapses harder than IFEval (Llama 0.843→0.002) and rescue replicates (Q14 back to 97% of fp16).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50" b="1" i="0">
                <a:solidFill>
                  <a:srgbClr val="0C2340"/>
                </a:solidFill>
                <a:latin typeface="Georgia"/>
              </a:rPr>
              <a:t>Even graceful damage compounds over turns: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Qwen-7B relative gap grows −8% (turn 1) → −20% (turn 3) — single-turn scores understate deployed damage.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Detection Map: What PPL and MMLU Miss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IV · EVALUATION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7406640" cy="293521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91640"/>
                <a:gridCol w="1097280"/>
                <a:gridCol w="914400"/>
                <a:gridCol w="2743200"/>
                <a:gridCol w="9601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IFEval Δ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loops %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PPL fp16→quant (ratio)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MMLU Δ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−6.0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5.6 → 6.6 (1.17×)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−5.2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−7.6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5.3 → 7.1 (1.33×)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−4.3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−8.5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5.5 → 6.6 (1.20×)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−4.7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−9.4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≈7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7.5 → 9.7 (1.30×)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−7.5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−14.7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8.3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8.3 → 17.4 (2.10×)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−9.9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−17.3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11.3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11.1 → 1749 (158× !)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−10.0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−17.5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4.3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6.1 → 9.1 (1.49×)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−10.2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−24.7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13.7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8.6 → 12.0 (1.40×)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−13.2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−40.9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69.1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5.7 → 7.7 (1.35× !)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−6.4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−61.9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92.4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7.2 → 59.2 (8.2×)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−12.2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1596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A5A5A"/>
                </a:solidFill>
                <a:latin typeface="Georgia"/>
              </a:rPr>
              <a:t>The two “!” rows break the mapping in opposite directions: Qwen-14B collapses with graceful-band PPL and MMLU; Llama-3.2-3B posts a 158× PPL explosion with only middle-tier generation damage. (OLMo: PPL/MMLU not run.)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The Double Dissociation, Token by Token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PART IV · EVALUATION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8321040" cy="11338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54480"/>
                <a:gridCol w="2651760"/>
                <a:gridCol w="2377440"/>
                <a:gridCol w="17373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Case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teacher-forced metrics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free generation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Qwen-14B @3-bit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PPL 1.35×, MMLU −6.4 — silent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IFEval −41, GSM8K −80, 69% loops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PPL/MMLU MISS a 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Llama-3.2-3B @3-bit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PPL 158× — alarm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C2340"/>
                          </a:solidFill>
                          <a:latin typeface="Georgia"/>
                        </a:rPr>
                        <a:t>IFEval −17, 11% loops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9B1B1B"/>
                          </a:solidFill>
                          <a:latin typeface="Georgia"/>
                        </a:rPr>
                        <a:t>PPL FALSE-ALARMS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670048"/>
          <a:ext cx="8321039" cy="13350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880360"/>
                <a:gridCol w="1645920"/>
                <a:gridCol w="1874519"/>
                <a:gridCol w="1920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Per-token forensics (WikiText-2)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L3.2-3B fp16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L3.2-3B GPTQ-3bit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L8 GPTQ-3bit (control)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median NLL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1.36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7.23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2.50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top-1 agreement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0.116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0.395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PPL excluding worst 1% of tokens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9.6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1158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48.6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MMLU (chat-formatted context)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0.607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148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C2340"/>
                </a:solidFill>
                <a:latin typeface="Georgia"/>
              </a:rPr>
              <a:t>The 158× explosion is a uniform raw-text likelihood collapse (not a few bad tokens) with chat/task behavior intact — damage is domain-selective; Llama-8B is the opposite quadrant.</a:t>
            </a:r>
          </a:p>
          <a:p>
            <a:pPr algn="l"/>
            <a:r>
              <a:rPr sz="1050" b="1" i="0">
                <a:solidFill>
                  <a:srgbClr val="AE9141"/>
                </a:solidFill>
                <a:latin typeface="Georgia"/>
              </a:rPr>
              <a:t>Fixed-corpus PPL measures damage in that domain, not deployability.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All Headline Comparisons, Paired Bootstrap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STATISTICS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8321040" cy="31089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114800"/>
                <a:gridCol w="1005840"/>
                <a:gridCol w="1920240"/>
                <a:gridCol w="12801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(IFEval avg4)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Δ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CI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Llama-8B @3-bit: saliency − none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+49.3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[+45.5, +53.2]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&lt;1e-4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Qwen-14B @3-bit: saliency − none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+37.0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[+32.7, +41.2]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&lt;1e-4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Qwen-14B: saliency −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+11.7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[+8.3, +15.2]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&lt;1e-4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Qwen-3B: saliency − none (middle)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AE9141"/>
                          </a:solidFill>
                          <a:latin typeface="Georgia"/>
                        </a:rPr>
                        <a:t>+7.4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[+3.5, +11.1]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4e-4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Llama-8B RTN: saliency − none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+3.6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[+0.3, +6.7]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Mistral-7B: saliency − none (graceful)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+3.3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[−0.0, +6.6]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0.056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Qwen-7B: saliency − none (graceful)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+3.0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[−0.4, +6.4]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0.085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Llama-8B rotated: saliency − none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+2.7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[−0.9, +6.3]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Llama-8B @4-bit: saliency − none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[−2.2, +3.8]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Qwen-7B: 32-heads − none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[−2.7, +3.2]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Rotation identity: rotated-fp16 − fp16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+1.7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[−0.4, +3.7]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A5A5A"/>
                </a:solidFill>
                <a:latin typeface="Georgia"/>
              </a:rPr>
              <a:t>Per-prompt paired bootstrap, 5,000 resamples. Every graceful-regime protection arm crosses zero.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TaCQ: the Source of Our Criterion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Hanqi Xiao, Elias Stengel-Eskin, Mohit Bansal (UNC Chapel Hill), arXiv:2504.07389, 2025.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874519"/>
          <a:ext cx="8321040" cy="18836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3474720"/>
                <a:gridCol w="34747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TaCQ (method paper)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Ours (analysis paper)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what they/we do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mixed-precision checkpoints: top-saliency weights stored at 16-bit, rest at 2–3-bit; beats SliM-LLM / SPQR / SqueezeLLM everywhere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same saliency as an instrument, in-loop; ask WHEN protection matters, WHY, and what breaks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headline result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3.1-bit recovers 96% MMLU (Llama-3-8B); 2-bit GSM8K +16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protection value is conditional: +49/+37 in collapse, zero in graceful regime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mechanism experiments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none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RTN sign, 2×2 factorial, zeroing probe, post-hoc vs in-loop, phase transition, placebos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58768"/>
            <a:ext cx="8321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Positioning: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their model (Llama-3-8B) is middle-tier in our census — our results are consistent with theirs and explain when their method pays most; every rescue is written “consistent with TaCQ”. Open item: reconcile their 2-bit gains with our 2-bit terminal regime (true mixed-precision storage vs matched-budget fake-quant).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Super Weights, and the Other Neighboring Lines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2/2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 et al. (Notre Dame + Apple), arXiv:2411.07191: 1–6 scalar weights whose removal explodes PPL 1000×; locatable data-free; protecting them + activation handling suffices for good RTN quantization.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920240"/>
          <a:ext cx="8321040" cy="23408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2834640"/>
                <a:gridCol w="33832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Line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their territory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our finding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Super Weights (ND+Apple)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minimal fp16-lethal set; RTN-world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concept lineage for our zeroing probe — but sw-only fails against compensation collapse (0.163); their spike signal anti-predicts regime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mixed-precision methods (SpQR, OWQ, SqueezeLLM, SliM-LLM)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sensitive-weight protection for PPL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no regime concept, no mechanism, no placebo controls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rotation methods (QuIP, QuaRot, SpinQuant)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rotate away outliers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tested as a lever: removes collapse, loses +11.7 to targeted protection at 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analysis papers (LLM-KICK ICLR'24; precision scaling laws)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PPL hides compression damage; continuous precision laws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C2340"/>
                          </a:solidFill>
                          <a:latin typeface="Georgia"/>
                        </a:rPr>
                        <a:t>we add: MMLU also hides collapse; PPL also false-alarms; damage is discrete (regimes), not continuous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315968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Two diseases, two medicines — SW fixes RTN-style damage; saliency protection fixes compensation collapse. Our paper is the prescription chart.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Claims We Are Prepared to Defend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CONCLUSIONS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8321040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7200"/>
                <a:gridCol w="5486400"/>
                <a:gridCol w="237744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#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Claim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key evidence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C1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Quantization collapse is a distinct failure mode caused by error compensation × a tiny fp16-lethal critical set — not by low-bit information loss.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RTN sign flip; 2×2; zeroing probe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C2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The value of weight protection is conditional: ≈ the compensation harm it intercepts; statistically zero when compensation helps.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dose-response step; 11 CIs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C3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Protection has sharp boundaries: model-specific set scale &amp; anatomy; under-budgeting harms; useless at 4-bit and 2-bit.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budget curves; anatomy table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C4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Localizing important weights ≠ protecting capability: causal heads, super weights, post-hoc repair all fail.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placebo matrix; 822M ceiling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C5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Likelihood evaluations dissociate from deployed behavior in both directions; cheap generation probes (loop rate, RTN sign) detect what they miss.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detection map; forensics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261104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C2340"/>
                </a:solidFill>
                <a:latin typeface="Georgia"/>
              </a:rPr>
              <a:t>Limitations (stated in the paper): </a:t>
            </a:r>
            <a:r>
              <a:rPr sz="1050" b="0" i="0">
                <a:solidFill>
                  <a:srgbClr val="5A5A5A"/>
                </a:solidFill>
                <a:latin typeface="Georgia"/>
              </a:rPr>
              <a:t>fake-quant checkpoints (no deployment kernels); compensation collapse observed in the GPTQ family (AWQ untested — predicted graceful); models ≤32B; collapse n=2 (each seed-replicated).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73152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Framing: analysis paper (“when/why does protection pay”) — does the claim set read as one coherent story?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ICLR 2027 (abstract Sept 18, full paper Sept 25), ACL as fallback — confirm?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to engage Mengxia's Super-Weights line — citation, note, or coordination?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Rebuttal reserve (cluster still available): 70B, AWQ, TaCQ 2-bit reconciliation, 14B rotation+saliency.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