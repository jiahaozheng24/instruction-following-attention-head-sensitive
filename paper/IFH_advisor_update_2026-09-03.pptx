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2976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compressing a model by storing each weight in 3 bits instead of 16 → ~5× smaller and cheaper to run.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the standard compression algorithm. It is “smart”: after rounding each weight it adjusts the remaining ones to cancel the error.</a:t>
            </a:r>
          </a:p>
          <a:p>
            <a:pPr algn="l">
              <a:spcAft>
                <a:spcPts val="7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3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/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1: following instructions (IFEval), math (GSM8K), knowledge quiz (MMLU). Higher = better.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 models land in a middle tier (−0.15 to −0.25, mostly small 3B models). Still no third catastrophe — the two collapses sit far off the size trend.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number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83210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