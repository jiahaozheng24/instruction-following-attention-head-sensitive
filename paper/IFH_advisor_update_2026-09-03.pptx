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5">
                  <c:v>0.147</c:v>
                </c:pt>
                <c:pt idx="6">
                  <c:v>0.151</c:v>
                </c:pt>
                <c:pt idx="7">
                  <c:v>0.173</c:v>
                </c:pt>
                <c:pt idx="8">
                  <c:v>0.175</c:v>
                </c:pt>
                <c:pt idx="9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10">
                  <c:v>0.409</c:v>
                </c:pt>
                <c:pt idx="11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12模型的完整数据图。）最新补测（W16）把分型钉死了：对中间档两个代表做RTN对照，GPTQ的纠错在它们身上是帮忙的（Qwen-3B：RTN只有0.13、GPTQ有0.41，帮了28分；Yi-9B帮了12分），方向和两个崩溃完全相反（崩溃处纠错是害41.5/28.6分）。所以判定崩溃的本质标准是“纠错在帮忙还是在行凶”，掉分大小只是表象。同时保护在中间档只有+7.4（Qwen-3B）和+2.0（Yi-9B，不显著）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12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表：12个模型、四种处理（原始/笨压缩RTN/聪明压缩GPTQ/GPTQ+保护）外加保护增益和层次归类，一页看全。读法：从右往左——tier列先看是哪一档；崩溃两行（红）里GPTQ远差于RTN（纠错行凶）、保护增益巨大；其余各行保护增益全是噪声级。空格“—”表示该臂没跑（跑了也不改变结论，普查臂只需fp16和GPTQ两步）。被问任何具体数字时翻回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Q备查页。要点：①他们的主模型是上一代Llama-3-8B——在我们普查里只是中间档，不是崩溃的3.1代，所以他们没见过崩溃很正常；②他们没有任何“失效场景”的实验，连同预算随机保护这个最基本的对照都没做——这正是我们论文的空间；③唯一待和解的是2-bit：他们混合精度实存成功、我们同预算fake-quant终末，投稿前精读其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 Weights备查页。要点：①他们全部实验在RTN世界，GPTQ从未出现——而我们的数据显示RTN从不崩溃，所以他们的药对他们的病完全对症；②GPTQ崩溃是另一种病：只保护超级权重救不了（0.163），需要的是10万量级的另一批权重；③他们的激活尖峰信号在我们六模型上反向预测。定位：互补不竞争——两种病、两副药，我们是说明何时用哪副的处方笺。这页也是讨论如何对接Mengxia时的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Common Is Collapse? 2 in 12 — and Not the Models You'd Guess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81328"/>
            <a:ext cx="2377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Purpose of this survey: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is collapse a rare fluke of two models, or common? And does it simply follow model size?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Answer: 2 of 12 collapse.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Small models lose more (gold, middle tier) — that part is expected. But the two collapses (red) are 8B and 14B, NOT the smallest models: collapse does not follow size.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Bars = IFEval score lost at 3-bit (taller = worse).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amount (0.5%)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 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weights, same amount (0.5%)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32 instruction-following heads (≈ same 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 (just those few)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channels, same amount (0.5%)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only 100k weights (0.001%), scored on generic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 (last two rows): a 50× smaller set scored on generic web text rescues almost as well (task-independent, tiny); whole-channel protection works on Llama but fails on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7980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 @3-bit (middle tier)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[−0.013, +0.052]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— IFEval scores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21396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+0.122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Master Table (IFEval, all @ 3-bit)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EVERYTHING ON ONE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66760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868680"/>
                <a:gridCol w="960120"/>
                <a:gridCol w="868680"/>
                <a:gridCol w="1325880"/>
                <a:gridCol w="1600200"/>
                <a:gridCol w="11430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naive 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 (older gen)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Yi-1.5-9B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0.594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Protection = top-0.5% by TaCQ score, kept uncompressed. 8/4/2-bit ladders: “window” slide; math &amp; multi-turn: previous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TaCQ (UNC Chapel Hill, 2025)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TACQ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42062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THEIR SETUP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Method paper: mixed-precision PTQ — important weights stored in 16-bit, the rest in 2–3 bits.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Llama-3-8B-Instruct (main — the OLDER generation; in our census it is mid-tier, NOT the collapsing 3.1), Qwen2.5-7B, scaling on Qwen2.5-32B.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Bits: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and 3-bit (3.1-bit average).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Benchmarks: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MMLU, GSM8K, Spider (SQL). No instruction-following, no multi-turn.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beats the best baseline (SliM-LLM) by +14 to +22; 3-bit retains 91–96% of original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39319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take: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importance score, fully credited, as our instrument.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 what they lack: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any “when it fails” case (their evals contain no null result), any mechanism experiment, and even the basic random-protection control at matched budget — absent from their paper.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Open item: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2-bit succeeds (mixed-precision storage), our 2-bit is terminal at matched budget — protocol reconciliation before submission.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they built the tool; we mapped when and why it works.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Super Weights (Mengxia Yu, ND + Apple, 2024)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SUPER WEIGHTS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42062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THEIR SETUP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Analysis + simple method. Models: Llama-1 7/13/30B, Llama-2 7/13B, Mistral-7B-v0.1, OLMo 1B/7B, Phi-3-mini — mostly BASE models, with published coordinates (e.g. Llama-7B [3968, 7003]).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Quantization world: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round-to-nearest only (weights + activations, large blocks). GPTQ-style error correction appears nowhere.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Evals: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perplexity + zero-shot multiple choice. No generative tasks.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1–6 single weights per model; pruning ONE raises perplexity 1000× — found data-free in one forward pass.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39319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Lineage: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“tiny lethal sets exist” is their concept; our zeroing experiment is its 100,000-weight analogue.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 GPTQ world. In our data naive rounding NEVER collapses — so their fix suits their disease. The compensation collapse is a different disease: protecting only super weights fails (0.163), and their spike signal anti-predicts who collapses.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two diseases, two medicines — our paper is the prescription chart saying which to use when. Complementary, not competing.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