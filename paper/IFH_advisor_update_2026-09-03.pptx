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297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compressing a model by storing each weight in 3 bits instead of 16 → ~5× smaller and cheaper to run.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standard compression algorithm. It is “smart”: after rounding each weight it adjusts the remaining ones to cancel the error.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keep a tiny fraction of weights (≤0.5%) uncompressed. We pick them with TaCQ, a published importance score.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0C2340"/>
                </a:solidFill>
                <a:latin typeface="Georgia"/>
              </a:rPr>
              <a:t>Everyone assumes: protect the important weights and the model's abilities survive compression.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Nobody has tested when that is actually true. We did.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/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1: following instructions (IFEval), math (GSM8K), knowledge quiz (MMLU). Higher = better.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554480"/>
            <a:ext cx="26974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Six models, identical compression recipe.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9B1B1B"/>
                </a:solidFill>
                <a:latin typeface="Georgia"/>
              </a:rPr>
              <a:t>Four barely notice. Two — Llama-8B and Qwen-14B — lose most of their ability.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And it's unpredictable: Qwen 7B is fine, 14B collapses, 32B is fine again — same family, same training.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(instruction-following score; every collapse re-run twice — it replicates)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But When Compression Is Mild, Protection Does Nothing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Gain from the exact same protection, in the four cases where compression was mild: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5A5A"/>
                </a:solidFill>
                <a:latin typeface="Georgia"/>
              </a:rPr>
              <a:t>+3.0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Qwen 7B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196596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5A5A"/>
                </a:solidFill>
                <a:latin typeface="Georgia"/>
              </a:rPr>
              <a:t>+3.3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Mistral 7B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96596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5A5A"/>
                </a:solidFill>
                <a:latin typeface="Georgia"/>
              </a:rPr>
              <a:t>+2.7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Llama 8B (rotated)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196596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5A5A"/>
                </a:solidFill>
                <a:latin typeface="Georgia"/>
              </a:rPr>
              <a:t>+0.8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Llama 8B @ 4-bit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8321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within statistical noise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(every 95% confidence interval crosses zero; random protection even “wins” one case).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0C2340"/>
                </a:solidFill>
                <a:latin typeface="Georgia"/>
              </a:rPr>
              <a:t>Even the attention heads that causally drive instruction-following — which we identified first — don't help when protected. 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Knowing which parts are important ≠ knowing what to protect. Protection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three ways to compress to 3 bits: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with error correction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+ protect critical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Compressed Qwen-14B, asked a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49039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69% of its answers get stuck in loops like this (original model: 0.7%).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74519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C2340"/>
                </a:solidFill>
                <a:latin typeface="Georgia"/>
              </a:rPr>
              <a:t>+35%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perplexity (the field's default quality metric) — within the normal range for mild compression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83464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C2340"/>
                </a:solidFill>
                <a:latin typeface="Georgia"/>
              </a:rPr>
              <a:t>−6 pts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knowledge quiz (MMLU) — looks like mild damage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79476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9B1B1B"/>
                </a:solidFill>
                <a:latin typeface="Georgia"/>
              </a:rPr>
              <a:t>−80 pts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ability — the damage the checks miss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C2340"/>
                </a:solidFill>
                <a:latin typeface="Georgia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Target: ICLR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Abstract due Sept 18, paper Sept 25</a:t>
            </a:r>
          </a:p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Backup: ACL 2027 (Feb) — with ICLR reviews in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488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7432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Analysis paper: “when &amp; why”</a:t>
            </a:r>
          </a:p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TaCQ made the tool; we mapped when it works</a:t>
            </a:r>
          </a:p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Extends ND Super-Weights line (Mengxia)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1488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Ready for reviewers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7432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Every claim: controls + replicates + CIs</a:t>
            </a:r>
          </a:p>
          <a:p>
            <a:pPr algn="l">
              <a:spcAft>
                <a:spcPts val="7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00" b="0" i="0">
                <a:solidFill>
                  <a:srgbClr val="0C2340"/>
                </a:solidFill>
                <a:latin typeface="Georgia"/>
              </a:rPr>
              <a:t>Backup experiments staged (70B, AWQ)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