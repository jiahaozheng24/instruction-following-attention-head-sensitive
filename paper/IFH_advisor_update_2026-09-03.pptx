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Sheet1!$A$2:$A$12</c:f>
              <c:strCache>
                <c:ptCount val="11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Llama 3B</c:v>
                </c:pt>
                <c:pt idx="7">
                  <c:v>Nemo 12B</c:v>
                </c:pt>
                <c:pt idx="8">
                  <c:v>Qwen 3B</c:v>
                </c:pt>
                <c:pt idx="9">
                  <c:v>Qwen 14B</c:v>
                </c:pt>
                <c:pt idx="10">
                  <c:v>Llama3.1 8B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Sheet1!$A$2:$A$12</c:f>
              <c:strCache>
                <c:ptCount val="11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Llama 3B</c:v>
                </c:pt>
                <c:pt idx="7">
                  <c:v>Nemo 12B</c:v>
                </c:pt>
                <c:pt idx="8">
                  <c:v>Qwen 3B</c:v>
                </c:pt>
                <c:pt idx="9">
                  <c:v>Qwen 14B</c:v>
                </c:pt>
                <c:pt idx="10">
                  <c:v>Llama3.1 8B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5">
                  <c:v>0.147</c:v>
                </c:pt>
                <c:pt idx="6">
                  <c:v>0.173</c:v>
                </c:pt>
                <c:pt idx="7">
                  <c:v>0.175</c:v>
                </c:pt>
                <c:pt idx="8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Sheet1!$A$2:$A$12</c:f>
              <c:strCache>
                <c:ptCount val="11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Llama 3B</c:v>
                </c:pt>
                <c:pt idx="7">
                  <c:v>Nemo 12B</c:v>
                </c:pt>
                <c:pt idx="8">
                  <c:v>Qwen 3B</c:v>
                </c:pt>
                <c:pt idx="9">
                  <c:v>Qwen 14B</c:v>
                </c:pt>
                <c:pt idx="10">
                  <c:v>Llama3.1 8B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9">
                  <c:v>0.409</c:v>
                </c:pt>
                <c:pt idx="10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11模型的完整数据图。注：Yi-1.5-9B已按决定从论文口径整体移除——其评测协议兼容性存疑，数据仅存档不入文。）最新补测（W16）把分型钉死了：对中间档两个代表做RTN对照，GPTQ的纠错在它们身上是帮忙的（Qwen-3B：RTN只有0.13、GPTQ有0.41，帮了28分；方向和两个崩溃完全相反（崩溃处纠错是害41.5/28.6分）。所以判定崩溃的本质标准是“纠错在帮忙还是在行凶”，掉分大小只是表象。同时保护在中间档代表Qwen-3B上只有+7.4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11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为什么崩：同一个Llama的完整2×2对比（纠错开关×保护有无）。四格读法：笨办法0.57（无凶案）；笨办法+保护0.60（无凶案可拦，只有+0.036的小甜头，p=0.03压线）；GPTQ 0.15（纠错行凶）；GPTQ+保护0.64全场最高。最妙的一格是0.64&gt;0.60：临界集被屏蔽后，纠错从凶手变回帮手（净+0.04）——保护不是关掉纠错，是拆掉它唯一的作案工具。原三格版讲法：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。被追问时的加强版：在优雅态Qwen上我们连“把整个注意力栈（8.2亿参数、模型的11%）事后恢复成fp16”都试过，也只涨2.6分——事后修复的天花板约+3，与恢复量无关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底部新补一句（W18坐实的反向解离）：PPL不但会漏报——还会假报警：量化后的Llama-3.2-3B困惑度暴涨158倍（比真崩塌的8.2倍还大20倍），但生成能力只是中度受损、照常能用。所以PPL对崩塌检测既不充分也不必要，全谱12个模型点上PPL比值与生成损伤基本不相关。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11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11-model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11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11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5237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GPTQ's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C2340"/>
                </a:solidFill>
                <a:latin typeface="Georgia"/>
              </a:rPr>
              <a:t>Same Llama-8B model at 3 bits, all four combinations of {error correction on/off} × {protection on/off} — IFEval scores (protection = the same top-0.5%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no error correction —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0.60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little to fix here: +0.036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error correction on — COLLAPSE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correction on, critical set shielded —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2336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 correction is the culprit: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it spreads error from ~100,000 hyper-sensitive weights (0.001%; zeroing them at full precision also kills the model) into the whole network; repairing them afterwards fails (0.16).</a:t>
            </a:r>
          </a:p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But also an asset: shielded, GPTQ beats even protected naive rounding (0.64 &gt; 0.60) — protection removes its weapon, not the correction.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18379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315968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It cuts both ways: quantized Llama-3.2-3B shows a 158× perplexity explosion yet only mild generation damage — perplexity is neither necessary nor sufficient for detecting collapse.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295808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Xiao, Stengel-Eskin &amp; Bansal, arXiv:2504.07389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Invented a score for every weight's importance (|weight| × |gradient| × |compression error|), kept the top-scoring ~0.5% in full 16-bit, and compressed the rest to 2–3 bits — beating all previous low-bit methods on accuracy.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Yu, Wang, Shan, Reed &amp; Wan, arXiv:2411.07191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Discovered that every LLM contains a handful (1–6) of individual weights so critical that deleting a SINGLE one destroys the model; showed how to find them in one forward pass, and that keeping them (plus their activation spikes) precise makes even naive rounding competitive.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