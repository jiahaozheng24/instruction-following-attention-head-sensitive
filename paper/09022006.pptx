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82"/>
    <p:restoredTop sz="94699"/>
  </p:normalViewPr>
  <p:slideViewPr>
    <p:cSldViewPr snapToGrid="0">
      <p:cViewPr varScale="1">
        <p:scale>
          <a:sx n="92" d="100"/>
          <a:sy n="92" d="100"/>
        </p:scale>
        <p:origin x="10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0;p2">
            <a:extLst>
              <a:ext uri="{FF2B5EF4-FFF2-40B4-BE49-F238E27FC236}">
                <a16:creationId xmlns:a16="http://schemas.microsoft.com/office/drawing/2014/main" id="{53F233AC-0510-266D-FCFF-ED178091AC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19750" y="1542900"/>
            <a:ext cx="6904500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Georgia"/>
              <a:buNone/>
              <a:defRPr sz="6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 dirty="0"/>
          </a:p>
        </p:txBody>
      </p:sp>
      <p:sp>
        <p:nvSpPr>
          <p:cNvPr id="8" name="Google Shape;11;p2">
            <a:extLst>
              <a:ext uri="{FF2B5EF4-FFF2-40B4-BE49-F238E27FC236}">
                <a16:creationId xmlns:a16="http://schemas.microsoft.com/office/drawing/2014/main" id="{EBA9A701-A8A7-7A94-C42F-AFF86B24D4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12;p2">
            <a:extLst>
              <a:ext uri="{FF2B5EF4-FFF2-40B4-BE49-F238E27FC236}">
                <a16:creationId xmlns:a16="http://schemas.microsoft.com/office/drawing/2014/main" id="{406771D0-11A3-EF17-C573-EE63C1744858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9975" y="3517275"/>
            <a:ext cx="2064040" cy="84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032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6;p3">
            <a:extLst>
              <a:ext uri="{FF2B5EF4-FFF2-40B4-BE49-F238E27FC236}">
                <a16:creationId xmlns:a16="http://schemas.microsoft.com/office/drawing/2014/main" id="{D873DB60-2845-4283-B9B0-33688CF767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38100" y="900650"/>
            <a:ext cx="4730183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Georgia"/>
              <a:buNone/>
              <a:defRPr sz="6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 dirty="0"/>
          </a:p>
        </p:txBody>
      </p:sp>
      <p:sp>
        <p:nvSpPr>
          <p:cNvPr id="8" name="Google Shape;17;p3">
            <a:extLst>
              <a:ext uri="{FF2B5EF4-FFF2-40B4-BE49-F238E27FC236}">
                <a16:creationId xmlns:a16="http://schemas.microsoft.com/office/drawing/2014/main" id="{74931D05-9E21-F408-1459-67459AEB3BF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08450" y="3444184"/>
            <a:ext cx="3910800" cy="11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743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0;p4">
            <a:extLst>
              <a:ext uri="{FF2B5EF4-FFF2-40B4-BE49-F238E27FC236}">
                <a16:creationId xmlns:a16="http://schemas.microsoft.com/office/drawing/2014/main" id="{7B8921AA-03BC-05A8-8CE2-0FCF8183B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45850" y="2345700"/>
            <a:ext cx="16719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21;p4">
            <a:extLst>
              <a:ext uri="{FF2B5EF4-FFF2-40B4-BE49-F238E27FC236}">
                <a16:creationId xmlns:a16="http://schemas.microsoft.com/office/drawing/2014/main" id="{27E39A30-1A52-CABC-F51D-19833C97CC0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17750" y="2345700"/>
            <a:ext cx="16719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22;p4">
            <a:extLst>
              <a:ext uri="{FF2B5EF4-FFF2-40B4-BE49-F238E27FC236}">
                <a16:creationId xmlns:a16="http://schemas.microsoft.com/office/drawing/2014/main" id="{CFC7DBD6-46F0-3242-09EE-0A1B092852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550" y="1174125"/>
            <a:ext cx="3768300" cy="23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1" name="Google Shape;24;p4">
            <a:extLst>
              <a:ext uri="{FF2B5EF4-FFF2-40B4-BE49-F238E27FC236}">
                <a16:creationId xmlns:a16="http://schemas.microsoft.com/office/drawing/2014/main" id="{FB4091A7-6D14-AFA4-D863-3A812BC8BA82}"/>
              </a:ext>
            </a:extLst>
          </p:cNvPr>
          <p:cNvSpPr/>
          <p:nvPr userDrawn="1"/>
        </p:nvSpPr>
        <p:spPr>
          <a:xfrm>
            <a:off x="4645850" y="2105925"/>
            <a:ext cx="3305100" cy="6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077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Google Shape;27;p5">
            <a:extLst>
              <a:ext uri="{FF2B5EF4-FFF2-40B4-BE49-F238E27FC236}">
                <a16:creationId xmlns:a16="http://schemas.microsoft.com/office/drawing/2014/main" id="{4092F99A-727D-0C7F-193F-34116CE16B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550" y="1081900"/>
            <a:ext cx="6306600" cy="15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2F9AE3FA-8A49-71C7-6EDC-1AAC78FA1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01850" y="2770900"/>
            <a:ext cx="25983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4" name="Google Shape;29;p5">
            <a:extLst>
              <a:ext uri="{FF2B5EF4-FFF2-40B4-BE49-F238E27FC236}">
                <a16:creationId xmlns:a16="http://schemas.microsoft.com/office/drawing/2014/main" id="{80A249F5-85E5-82EA-5EE3-723221E6350F}"/>
              </a:ext>
            </a:extLst>
          </p:cNvPr>
          <p:cNvCxnSpPr/>
          <p:nvPr userDrawn="1"/>
        </p:nvCxnSpPr>
        <p:spPr>
          <a:xfrm>
            <a:off x="4572000" y="2734725"/>
            <a:ext cx="0" cy="185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30;p5">
            <a:extLst>
              <a:ext uri="{FF2B5EF4-FFF2-40B4-BE49-F238E27FC236}">
                <a16:creationId xmlns:a16="http://schemas.microsoft.com/office/drawing/2014/main" id="{0B1D5D14-474F-A0D0-5057-FAE028584EF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54675" y="2770900"/>
            <a:ext cx="25983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8309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" name="Google Shape;34;p6">
            <a:extLst>
              <a:ext uri="{FF2B5EF4-FFF2-40B4-BE49-F238E27FC236}">
                <a16:creationId xmlns:a16="http://schemas.microsoft.com/office/drawing/2014/main" id="{5FC66DFF-8561-60DB-A937-68A4ABF497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80000" y="24838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35;p6">
            <a:extLst>
              <a:ext uri="{FF2B5EF4-FFF2-40B4-BE49-F238E27FC236}">
                <a16:creationId xmlns:a16="http://schemas.microsoft.com/office/drawing/2014/main" id="{EFF21C56-7AF9-66E6-BCA4-D7F0B9C4E51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38850" y="24838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36;p6">
            <a:extLst>
              <a:ext uri="{FF2B5EF4-FFF2-40B4-BE49-F238E27FC236}">
                <a16:creationId xmlns:a16="http://schemas.microsoft.com/office/drawing/2014/main" id="{94C6C7E4-002D-CC99-987D-28B937BED4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6950" y="1081900"/>
            <a:ext cx="2562600" cy="3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" name="Google Shape;37;p6">
            <a:extLst>
              <a:ext uri="{FF2B5EF4-FFF2-40B4-BE49-F238E27FC236}">
                <a16:creationId xmlns:a16="http://schemas.microsoft.com/office/drawing/2014/main" id="{AC5C48E9-8BD4-498A-FFD8-418F505EC66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284525" y="1103600"/>
            <a:ext cx="1107000" cy="1107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" name="Google Shape;38;p6">
            <a:extLst>
              <a:ext uri="{FF2B5EF4-FFF2-40B4-BE49-F238E27FC236}">
                <a16:creationId xmlns:a16="http://schemas.microsoft.com/office/drawing/2014/main" id="{117E4942-88B2-F745-6083-7C627D6325B6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543375" y="1103600"/>
            <a:ext cx="1107000" cy="1107000"/>
          </a:xfrm>
          <a:prstGeom prst="ellipse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8308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Google Shape;42;p7">
            <a:extLst>
              <a:ext uri="{FF2B5EF4-FFF2-40B4-BE49-F238E27FC236}">
                <a16:creationId xmlns:a16="http://schemas.microsoft.com/office/drawing/2014/main" id="{BD6370DA-F18F-B9CF-6F9E-D2D405AC0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80000" y="25600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" name="Google Shape;43;p7">
            <a:extLst>
              <a:ext uri="{FF2B5EF4-FFF2-40B4-BE49-F238E27FC236}">
                <a16:creationId xmlns:a16="http://schemas.microsoft.com/office/drawing/2014/main" id="{3DAFA47F-8E25-D3EA-5FAC-4C45713CCB5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38850" y="25600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" name="Google Shape;44;p7">
            <a:extLst>
              <a:ext uri="{FF2B5EF4-FFF2-40B4-BE49-F238E27FC236}">
                <a16:creationId xmlns:a16="http://schemas.microsoft.com/office/drawing/2014/main" id="{83A41736-C4EC-2907-33B2-A8ECE7401E9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049850" y="1080100"/>
            <a:ext cx="1889100" cy="125130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239232F9-A89D-ACB2-8A6C-241019DDE049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308700" y="1080100"/>
            <a:ext cx="1889100" cy="125130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48;p7">
            <a:extLst>
              <a:ext uri="{FF2B5EF4-FFF2-40B4-BE49-F238E27FC236}">
                <a16:creationId xmlns:a16="http://schemas.microsoft.com/office/drawing/2014/main" id="{5DFF0D8A-48DF-28FF-EBA3-5D8D0870DB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6950" y="1081900"/>
            <a:ext cx="2562600" cy="3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485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" name="Google Shape;50;p8">
            <a:extLst>
              <a:ext uri="{FF2B5EF4-FFF2-40B4-BE49-F238E27FC236}">
                <a16:creationId xmlns:a16="http://schemas.microsoft.com/office/drawing/2014/main" id="{4185BD83-7301-7FFC-E73C-F7FEFCF7CD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550" y="1174125"/>
            <a:ext cx="3768300" cy="23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51;p8">
            <a:extLst>
              <a:ext uri="{FF2B5EF4-FFF2-40B4-BE49-F238E27FC236}">
                <a16:creationId xmlns:a16="http://schemas.microsoft.com/office/drawing/2014/main" id="{9B77F4B2-CBBE-CE5B-9A8D-A9EB7403A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94350" y="3504825"/>
            <a:ext cx="22857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52;p8">
            <a:extLst>
              <a:ext uri="{FF2B5EF4-FFF2-40B4-BE49-F238E27FC236}">
                <a16:creationId xmlns:a16="http://schemas.microsoft.com/office/drawing/2014/main" id="{9254004C-2368-C3C8-DFF7-38F96A4C70DB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657375" y="1435325"/>
            <a:ext cx="4486500" cy="28755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0422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Google Shape;53;p8">
            <a:extLst>
              <a:ext uri="{FF2B5EF4-FFF2-40B4-BE49-F238E27FC236}">
                <a16:creationId xmlns:a16="http://schemas.microsoft.com/office/drawing/2014/main" id="{7AAB6B8E-1814-24D5-F727-C528E7D90C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964175" y="2325650"/>
            <a:ext cx="1936500" cy="20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" name="Google Shape;54;p8">
            <a:extLst>
              <a:ext uri="{FF2B5EF4-FFF2-40B4-BE49-F238E27FC236}">
                <a16:creationId xmlns:a16="http://schemas.microsoft.com/office/drawing/2014/main" id="{5006C48F-0795-9DCF-9885-5A7CCA2A2D76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328700" y="2325650"/>
            <a:ext cx="1936500" cy="20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" name="Google Shape;55;p8">
            <a:extLst>
              <a:ext uri="{FF2B5EF4-FFF2-40B4-BE49-F238E27FC236}">
                <a16:creationId xmlns:a16="http://schemas.microsoft.com/office/drawing/2014/main" id="{06D408E1-D8EC-F8EE-8FBD-D508720805F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5693225" y="2325650"/>
            <a:ext cx="1936500" cy="20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" name="Google Shape;58;p8">
            <a:extLst>
              <a:ext uri="{FF2B5EF4-FFF2-40B4-BE49-F238E27FC236}">
                <a16:creationId xmlns:a16="http://schemas.microsoft.com/office/drawing/2014/main" id="{EA36A0E3-007D-E420-AA92-D94611843340}"/>
              </a:ext>
            </a:extLst>
          </p:cNvPr>
          <p:cNvSpPr txBox="1"/>
          <p:nvPr userDrawn="1"/>
        </p:nvSpPr>
        <p:spPr>
          <a:xfrm>
            <a:off x="1562578" y="915325"/>
            <a:ext cx="469593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1</a:t>
            </a:r>
            <a:endParaRPr sz="7200" dirty="0">
              <a:solidFill>
                <a:schemeClr val="accent2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7F64-E26E-961A-4C60-2161B925AC42}"/>
              </a:ext>
            </a:extLst>
          </p:cNvPr>
          <p:cNvSpPr/>
          <p:nvPr userDrawn="1"/>
        </p:nvSpPr>
        <p:spPr>
          <a:xfrm>
            <a:off x="1252769" y="1009969"/>
            <a:ext cx="1089212" cy="108921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58;p8">
            <a:extLst>
              <a:ext uri="{FF2B5EF4-FFF2-40B4-BE49-F238E27FC236}">
                <a16:creationId xmlns:a16="http://schemas.microsoft.com/office/drawing/2014/main" id="{ED7DFD84-16EE-897A-F788-87370B160857}"/>
              </a:ext>
            </a:extLst>
          </p:cNvPr>
          <p:cNvSpPr txBox="1"/>
          <p:nvPr userDrawn="1"/>
        </p:nvSpPr>
        <p:spPr>
          <a:xfrm>
            <a:off x="3913329" y="915325"/>
            <a:ext cx="469593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2</a:t>
            </a:r>
            <a:endParaRPr sz="7200" dirty="0">
              <a:solidFill>
                <a:schemeClr val="accent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B1DE8F7-EFD7-20C5-C9C3-9769E90E9BBB}"/>
              </a:ext>
            </a:extLst>
          </p:cNvPr>
          <p:cNvSpPr/>
          <p:nvPr userDrawn="1"/>
        </p:nvSpPr>
        <p:spPr>
          <a:xfrm>
            <a:off x="3603520" y="1009969"/>
            <a:ext cx="1089212" cy="108921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Google Shape;58;p8">
            <a:extLst>
              <a:ext uri="{FF2B5EF4-FFF2-40B4-BE49-F238E27FC236}">
                <a16:creationId xmlns:a16="http://schemas.microsoft.com/office/drawing/2014/main" id="{12CD22A9-C77F-0E37-F41A-FD3B0AC1D37A}"/>
              </a:ext>
            </a:extLst>
          </p:cNvPr>
          <p:cNvSpPr txBox="1"/>
          <p:nvPr userDrawn="1"/>
        </p:nvSpPr>
        <p:spPr>
          <a:xfrm>
            <a:off x="6264081" y="915325"/>
            <a:ext cx="469593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3</a:t>
            </a:r>
            <a:endParaRPr sz="7200" dirty="0">
              <a:solidFill>
                <a:schemeClr val="accent2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A5766C-C98A-4511-B9BB-B7A84A8C4F78}"/>
              </a:ext>
            </a:extLst>
          </p:cNvPr>
          <p:cNvSpPr/>
          <p:nvPr userDrawn="1"/>
        </p:nvSpPr>
        <p:spPr>
          <a:xfrm>
            <a:off x="5954272" y="1009969"/>
            <a:ext cx="1089212" cy="108921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84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" name="Google Shape;68;p10">
            <a:extLst>
              <a:ext uri="{FF2B5EF4-FFF2-40B4-BE49-F238E27FC236}">
                <a16:creationId xmlns:a16="http://schemas.microsoft.com/office/drawing/2014/main" id="{F1FE515D-79AE-554B-0E88-BC6BEE9DF6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5725" y="1626263"/>
            <a:ext cx="4610100" cy="23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872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938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D83E5-B358-A14A-9A6E-D4F1762030E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D784F-FBAE-2742-9AFF-34F1F0A48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D4467-F371-22FD-260C-C7F2D5D497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6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94A301-BBE4-E4DB-2BE7-C6A4CBDA2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2990A-D3C0-6BE9-6E16-7C764019417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19F991-5A0E-1D42-8065-353B3DBFD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6153E17-DB3E-2A7F-61A6-77433668D2E0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6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363B5B7-55DD-0AEE-B121-854B26D47C86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123C50-CCC4-D83D-ADBA-4EE55970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E3A2F-38D6-5025-5AAB-70273194E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669B0-CFE6-842D-7098-589B1256C69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7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93B9FB4-2886-43AB-74EE-C1DCC930A08A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0DBA2-31B8-9D5A-ABE3-995F16E06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A5660-0ADE-5C05-DE34-EBAC4314C8D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B63FE6-1647-0E37-91BA-2BDB140D0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406DC4A-0540-4FFA-1562-DB8BE8D3C46C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CC9FEB-ED44-B34C-7B34-D17D0C74BA9E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0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E9A2B64-B297-0D22-9008-48BB6FEC24AE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6E316-19C6-D52E-8FAD-052B7F066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EC3F8-5E83-338E-DBDC-7B86A563DE5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3B7C07-21DC-4837-032B-4F2578C552C9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2D7457-89EE-2E5C-3C07-ECE167F4DB14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A7B9D38-AF61-C925-F507-239C7B41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00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9664AAA-67CC-9215-026A-C4200712FDAE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EFC985-D1B8-011E-8809-5930032E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2C270-D184-3373-A6DF-BCE34F25E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648935E-AE12-A4E7-10A2-5ED2D4209C79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53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441CE8E-3EAE-79B2-05B8-E6EBED612BD7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5F930-EFE4-C5D1-359C-F20D57FAA6B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16990-8F49-F990-AAAB-D626CCA65B3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D0F69-578B-EF1D-323E-B84FB2A982E4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9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CDF9FCC-AFE0-9A6A-31E6-79C554EFCBBB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BE9C57-B5C3-A553-1066-2819E770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14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281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otre Dame">
      <a:dk1>
        <a:srgbClr val="0C2340"/>
      </a:dk1>
      <a:lt1>
        <a:srgbClr val="FFFFFF"/>
      </a:lt1>
      <a:dk2>
        <a:srgbClr val="AE9141"/>
      </a:dk2>
      <a:lt2>
        <a:srgbClr val="EFE9D9"/>
      </a:lt2>
      <a:accent1>
        <a:srgbClr val="143865"/>
      </a:accent1>
      <a:accent2>
        <a:srgbClr val="AE9141"/>
      </a:accent2>
      <a:accent3>
        <a:srgbClr val="0A833C"/>
      </a:accent3>
      <a:accent4>
        <a:srgbClr val="1C4F8F"/>
      </a:accent4>
      <a:accent5>
        <a:srgbClr val="C1CDDD"/>
      </a:accent5>
      <a:accent6>
        <a:srgbClr val="B3DAC5"/>
      </a:accent6>
      <a:hlink>
        <a:srgbClr val="8C7534"/>
      </a:hlink>
      <a:folHlink>
        <a:srgbClr val="1C4F8F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Becky Rogers</dc:creator>
  <cp:lastModifiedBy>Jiahao Zheng</cp:lastModifiedBy>
  <cp:revision>2</cp:revision>
  <dcterms:created xsi:type="dcterms:W3CDTF">2024-10-11T14:50:24Z</dcterms:created>
  <dcterms:modified xsi:type="dcterms:W3CDTF">2026-09-02T04:26:51Z</dcterms:modified>
</cp:coreProperties>
</file>